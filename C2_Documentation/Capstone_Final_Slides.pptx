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8" r:id="rId4"/>
    <p:sldMasterId id="214748371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Lexend SemiBold"/>
      <p:regular r:id="rId24"/>
      <p:bold r:id="rId25"/>
    </p:embeddedFont>
    <p:embeddedFont>
      <p:font typeface="Lexend Light"/>
      <p:regular r:id="rId26"/>
      <p:bold r:id="rId27"/>
    </p:embeddedFont>
    <p:embeddedFont>
      <p:font typeface="Lexen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LexendSemiBold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exendLight-regular.fntdata"/><Relationship Id="rId25" Type="http://schemas.openxmlformats.org/officeDocument/2006/relationships/font" Target="fonts/LexendSemiBold-bold.fntdata"/><Relationship Id="rId28" Type="http://schemas.openxmlformats.org/officeDocument/2006/relationships/font" Target="fonts/Lexend-regular.fntdata"/><Relationship Id="rId27" Type="http://schemas.openxmlformats.org/officeDocument/2006/relationships/font" Target="fonts/Lexend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8" name="Shape 2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9" name="Google Shape;2319;g3a464fc7045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0" name="Google Shape;2320;g3a464fc7045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g3a464fc7045_0_2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7" name="Google Shape;2327;g3a464fc7045_0_2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3a464fc7045_0_2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3a464fc7045_0_2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g3a464fc7045_0_2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8" name="Google Shape;2348;g3a464fc7045_0_2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3a464fc7045_0_2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3a464fc7045_0_2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3a464fc7045_0_2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3a464fc7045_0_2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g3a464fc7045_0_2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8" name="Google Shape;2368;g3a464fc7045_0_2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3a464fc7045_0_2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3a464fc7045_0_2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3a464fc7045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3a464fc7045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9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3a464fc7045_0_2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3a464fc7045_0_2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g3a464fc7045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7" name="Google Shape;2397;g3a464fc7045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5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Google Shape;2406;g3a464fc7045_0_2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7" name="Google Shape;2407;g3a464fc7045_0_2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g3a464fc7045_0_2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4" name="Google Shape;2414;g3a464fc7045_0_2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g3a464fc7045_0_2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1" name="Google Shape;2421;g3a464fc7045_0_2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g3a464fc7045_0_2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7" name="Google Shape;2427;g3a464fc7045_0_2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g3a464fc7045_0_2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4" name="Google Shape;2434;g3a464fc7045_0_2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g3a464fc7045_0_2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1" name="Google Shape;2441;g3a464fc7045_0_2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34"/>
          <p:cNvSpPr/>
          <p:nvPr/>
        </p:nvSpPr>
        <p:spPr>
          <a:xfrm>
            <a:off x="643200" y="659425"/>
            <a:ext cx="3146400" cy="1091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7" name="Google Shape;1867;p34"/>
          <p:cNvSpPr txBox="1"/>
          <p:nvPr>
            <p:ph type="title"/>
          </p:nvPr>
        </p:nvSpPr>
        <p:spPr>
          <a:xfrm>
            <a:off x="671825" y="727744"/>
            <a:ext cx="3117600" cy="1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8" name="Google Shape;1868;p34"/>
          <p:cNvSpPr/>
          <p:nvPr/>
        </p:nvSpPr>
        <p:spPr>
          <a:xfrm>
            <a:off x="2216400" y="1750725"/>
            <a:ext cx="4711200" cy="21879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34"/>
          <p:cNvSpPr/>
          <p:nvPr/>
        </p:nvSpPr>
        <p:spPr>
          <a:xfrm>
            <a:off x="1686400" y="1750825"/>
            <a:ext cx="528900" cy="528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0" name="Google Shape;1870;p34"/>
          <p:cNvSpPr/>
          <p:nvPr/>
        </p:nvSpPr>
        <p:spPr>
          <a:xfrm>
            <a:off x="6927600" y="2843900"/>
            <a:ext cx="528900" cy="109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1" name="Google Shape;1871;p34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872" name="Google Shape;1872;p3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3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ITLE_3_1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35"/>
          <p:cNvSpPr/>
          <p:nvPr/>
        </p:nvSpPr>
        <p:spPr>
          <a:xfrm>
            <a:off x="304800" y="3161075"/>
            <a:ext cx="2851500" cy="16791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35"/>
          <p:cNvSpPr/>
          <p:nvPr/>
        </p:nvSpPr>
        <p:spPr>
          <a:xfrm>
            <a:off x="5999150" y="3161050"/>
            <a:ext cx="2840100" cy="167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35"/>
          <p:cNvSpPr/>
          <p:nvPr/>
        </p:nvSpPr>
        <p:spPr>
          <a:xfrm>
            <a:off x="3156175" y="3161150"/>
            <a:ext cx="2851500" cy="1679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35"/>
          <p:cNvSpPr txBox="1"/>
          <p:nvPr>
            <p:ph idx="1" type="subTitle"/>
          </p:nvPr>
        </p:nvSpPr>
        <p:spPr>
          <a:xfrm>
            <a:off x="314208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9" name="Google Shape;1879;p35"/>
          <p:cNvSpPr/>
          <p:nvPr>
            <p:ph idx="2" type="pic"/>
          </p:nvPr>
        </p:nvSpPr>
        <p:spPr>
          <a:xfrm>
            <a:off x="3076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0" name="Google Shape;1880;p35"/>
          <p:cNvSpPr txBox="1"/>
          <p:nvPr>
            <p:ph idx="3" type="body"/>
          </p:nvPr>
        </p:nvSpPr>
        <p:spPr>
          <a:xfrm>
            <a:off x="3164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81" name="Google Shape;1881;p35"/>
          <p:cNvSpPr/>
          <p:nvPr>
            <p:ph idx="4" type="pic"/>
          </p:nvPr>
        </p:nvSpPr>
        <p:spPr>
          <a:xfrm>
            <a:off x="3159125" y="1316450"/>
            <a:ext cx="28515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2" name="Google Shape;1882;p35"/>
          <p:cNvSpPr/>
          <p:nvPr>
            <p:ph idx="5" type="pic"/>
          </p:nvPr>
        </p:nvSpPr>
        <p:spPr>
          <a:xfrm>
            <a:off x="6010625" y="1316450"/>
            <a:ext cx="2828700" cy="1844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3" name="Google Shape;1883;p3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3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5" name="Google Shape;1885;p35"/>
          <p:cNvSpPr/>
          <p:nvPr/>
        </p:nvSpPr>
        <p:spPr>
          <a:xfrm>
            <a:off x="304800" y="305325"/>
            <a:ext cx="2851500" cy="1009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35"/>
          <p:cNvSpPr/>
          <p:nvPr/>
        </p:nvSpPr>
        <p:spPr>
          <a:xfrm>
            <a:off x="3159125" y="811350"/>
            <a:ext cx="1159500" cy="502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35"/>
          <p:cNvSpPr txBox="1"/>
          <p:nvPr>
            <p:ph type="title"/>
          </p:nvPr>
        </p:nvSpPr>
        <p:spPr>
          <a:xfrm>
            <a:off x="328518" y="361238"/>
            <a:ext cx="27207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88" name="Google Shape;1888;p35"/>
          <p:cNvSpPr txBox="1"/>
          <p:nvPr>
            <p:ph idx="6" type="subTitle"/>
          </p:nvPr>
        </p:nvSpPr>
        <p:spPr>
          <a:xfrm>
            <a:off x="3156683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9" name="Google Shape;1889;p35"/>
          <p:cNvSpPr txBox="1"/>
          <p:nvPr>
            <p:ph idx="7" type="body"/>
          </p:nvPr>
        </p:nvSpPr>
        <p:spPr>
          <a:xfrm>
            <a:off x="3158960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0" name="Google Shape;1890;p35"/>
          <p:cNvSpPr txBox="1"/>
          <p:nvPr>
            <p:ph idx="8" type="subTitle"/>
          </p:nvPr>
        </p:nvSpPr>
        <p:spPr>
          <a:xfrm>
            <a:off x="6007809" y="3134376"/>
            <a:ext cx="2816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1" name="Google Shape;1891;p35"/>
          <p:cNvSpPr txBox="1"/>
          <p:nvPr>
            <p:ph idx="9" type="body"/>
          </p:nvPr>
        </p:nvSpPr>
        <p:spPr>
          <a:xfrm>
            <a:off x="6010085" y="3761317"/>
            <a:ext cx="2688600" cy="10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1 Overview">
  <p:cSld name="TITLE_3_1_1"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36"/>
          <p:cNvSpPr/>
          <p:nvPr/>
        </p:nvSpPr>
        <p:spPr>
          <a:xfrm>
            <a:off x="1172300" y="660200"/>
            <a:ext cx="47112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36"/>
          <p:cNvSpPr/>
          <p:nvPr/>
        </p:nvSpPr>
        <p:spPr>
          <a:xfrm>
            <a:off x="5883500" y="1756696"/>
            <a:ext cx="1224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36"/>
          <p:cNvSpPr txBox="1"/>
          <p:nvPr>
            <p:ph type="title"/>
          </p:nvPr>
        </p:nvSpPr>
        <p:spPr>
          <a:xfrm>
            <a:off x="1195425" y="734045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6" name="Google Shape;1896;p36"/>
          <p:cNvSpPr/>
          <p:nvPr>
            <p:ph idx="2" type="pic"/>
          </p:nvPr>
        </p:nvSpPr>
        <p:spPr>
          <a:xfrm>
            <a:off x="3260500" y="2309850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36"/>
          <p:cNvSpPr/>
          <p:nvPr>
            <p:ph idx="3" type="pic"/>
          </p:nvPr>
        </p:nvSpPr>
        <p:spPr>
          <a:xfrm>
            <a:off x="4849525" y="2309850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8" name="Google Shape;1898;p3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3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37"/>
          <p:cNvSpPr/>
          <p:nvPr/>
        </p:nvSpPr>
        <p:spPr>
          <a:xfrm>
            <a:off x="3523325" y="2195625"/>
            <a:ext cx="4990200" cy="2385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37"/>
          <p:cNvSpPr/>
          <p:nvPr/>
        </p:nvSpPr>
        <p:spPr>
          <a:xfrm>
            <a:off x="1420210" y="220220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37"/>
          <p:cNvSpPr/>
          <p:nvPr/>
        </p:nvSpPr>
        <p:spPr>
          <a:xfrm>
            <a:off x="378750" y="56225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37"/>
          <p:cNvSpPr txBox="1"/>
          <p:nvPr>
            <p:ph type="title"/>
          </p:nvPr>
        </p:nvSpPr>
        <p:spPr>
          <a:xfrm>
            <a:off x="378750" y="56225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5" name="Google Shape;1905;p37"/>
          <p:cNvSpPr/>
          <p:nvPr/>
        </p:nvSpPr>
        <p:spPr>
          <a:xfrm>
            <a:off x="3523323" y="165420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37"/>
          <p:cNvSpPr txBox="1"/>
          <p:nvPr>
            <p:ph idx="1" type="body"/>
          </p:nvPr>
        </p:nvSpPr>
        <p:spPr>
          <a:xfrm>
            <a:off x="3623075" y="2300000"/>
            <a:ext cx="4790700" cy="21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7" name="Google Shape;1907;p3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3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2 Overview">
  <p:cSld name="TITLE_3_1_1_1"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38"/>
          <p:cNvSpPr/>
          <p:nvPr>
            <p:ph idx="2" type="pic"/>
          </p:nvPr>
        </p:nvSpPr>
        <p:spPr>
          <a:xfrm>
            <a:off x="3793600" y="2297107"/>
            <a:ext cx="1569000" cy="16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1" name="Google Shape;1911;p38"/>
          <p:cNvSpPr/>
          <p:nvPr>
            <p:ph idx="3" type="pic"/>
          </p:nvPr>
        </p:nvSpPr>
        <p:spPr>
          <a:xfrm>
            <a:off x="663400" y="2297107"/>
            <a:ext cx="3128100" cy="2174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2" name="Google Shape;1912;p38"/>
          <p:cNvSpPr/>
          <p:nvPr/>
        </p:nvSpPr>
        <p:spPr>
          <a:xfrm>
            <a:off x="1689800" y="660200"/>
            <a:ext cx="4711200" cy="16398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38"/>
          <p:cNvSpPr/>
          <p:nvPr/>
        </p:nvSpPr>
        <p:spPr>
          <a:xfrm>
            <a:off x="1160900" y="1757477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38"/>
          <p:cNvSpPr txBox="1"/>
          <p:nvPr>
            <p:ph type="title"/>
          </p:nvPr>
        </p:nvSpPr>
        <p:spPr>
          <a:xfrm>
            <a:off x="1721834" y="727054"/>
            <a:ext cx="46488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5" name="Google Shape;1915;p3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3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Overview (5)">
  <p:cSld name="TITLE_3_1_1_1_1"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39"/>
          <p:cNvSpPr/>
          <p:nvPr/>
        </p:nvSpPr>
        <p:spPr>
          <a:xfrm>
            <a:off x="298300" y="1431975"/>
            <a:ext cx="1713600" cy="1890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39"/>
          <p:cNvSpPr/>
          <p:nvPr/>
        </p:nvSpPr>
        <p:spPr>
          <a:xfrm>
            <a:off x="5431665" y="1431975"/>
            <a:ext cx="1713600" cy="1890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39"/>
          <p:cNvSpPr/>
          <p:nvPr/>
        </p:nvSpPr>
        <p:spPr>
          <a:xfrm>
            <a:off x="7137667" y="1431975"/>
            <a:ext cx="1713600" cy="1890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39"/>
          <p:cNvSpPr/>
          <p:nvPr/>
        </p:nvSpPr>
        <p:spPr>
          <a:xfrm>
            <a:off x="2011981" y="1431975"/>
            <a:ext cx="1713600" cy="1890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39"/>
          <p:cNvSpPr/>
          <p:nvPr/>
        </p:nvSpPr>
        <p:spPr>
          <a:xfrm>
            <a:off x="3717983" y="1431975"/>
            <a:ext cx="1713600" cy="1890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39"/>
          <p:cNvSpPr txBox="1"/>
          <p:nvPr>
            <p:ph idx="1" type="body"/>
          </p:nvPr>
        </p:nvSpPr>
        <p:spPr>
          <a:xfrm>
            <a:off x="310891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4" name="Google Shape;1924;p39"/>
          <p:cNvSpPr txBox="1"/>
          <p:nvPr>
            <p:ph idx="2" type="body"/>
          </p:nvPr>
        </p:nvSpPr>
        <p:spPr>
          <a:xfrm>
            <a:off x="544426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5" name="Google Shape;1925;p39"/>
          <p:cNvSpPr txBox="1"/>
          <p:nvPr>
            <p:ph idx="3" type="body"/>
          </p:nvPr>
        </p:nvSpPr>
        <p:spPr>
          <a:xfrm>
            <a:off x="7105524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6" name="Google Shape;1926;p39"/>
          <p:cNvSpPr txBox="1"/>
          <p:nvPr>
            <p:ph idx="4" type="body"/>
          </p:nvPr>
        </p:nvSpPr>
        <p:spPr>
          <a:xfrm>
            <a:off x="2037027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7" name="Google Shape;1927;p39"/>
          <p:cNvSpPr txBox="1"/>
          <p:nvPr>
            <p:ph idx="5" type="body"/>
          </p:nvPr>
        </p:nvSpPr>
        <p:spPr>
          <a:xfrm>
            <a:off x="3727958" y="1431975"/>
            <a:ext cx="1688400" cy="18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8" name="Google Shape;1928;p39"/>
          <p:cNvSpPr/>
          <p:nvPr>
            <p:ph idx="6" type="pic"/>
          </p:nvPr>
        </p:nvSpPr>
        <p:spPr>
          <a:xfrm>
            <a:off x="7137800" y="3322275"/>
            <a:ext cx="17136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9" name="Google Shape;1929;p39"/>
          <p:cNvSpPr/>
          <p:nvPr>
            <p:ph idx="7" type="pic"/>
          </p:nvPr>
        </p:nvSpPr>
        <p:spPr>
          <a:xfrm>
            <a:off x="5427747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0" name="Google Shape;1930;p39"/>
          <p:cNvSpPr/>
          <p:nvPr>
            <p:ph idx="8" type="pic"/>
          </p:nvPr>
        </p:nvSpPr>
        <p:spPr>
          <a:xfrm>
            <a:off x="3723042" y="3322276"/>
            <a:ext cx="17082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1" name="Google Shape;1931;p39"/>
          <p:cNvSpPr/>
          <p:nvPr>
            <p:ph idx="9" type="pic"/>
          </p:nvPr>
        </p:nvSpPr>
        <p:spPr>
          <a:xfrm>
            <a:off x="2011891" y="3322275"/>
            <a:ext cx="1728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2" name="Google Shape;1932;p39"/>
          <p:cNvSpPr/>
          <p:nvPr>
            <p:ph idx="13" type="pic"/>
          </p:nvPr>
        </p:nvSpPr>
        <p:spPr>
          <a:xfrm>
            <a:off x="298300" y="3322275"/>
            <a:ext cx="1716000" cy="151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3" name="Google Shape;1933;p3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3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5" name="Google Shape;1935;p39"/>
          <p:cNvSpPr/>
          <p:nvPr/>
        </p:nvSpPr>
        <p:spPr>
          <a:xfrm>
            <a:off x="298300" y="301050"/>
            <a:ext cx="40203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39"/>
          <p:cNvSpPr txBox="1"/>
          <p:nvPr>
            <p:ph type="title"/>
          </p:nvPr>
        </p:nvSpPr>
        <p:spPr>
          <a:xfrm>
            <a:off x="279178" y="338025"/>
            <a:ext cx="4039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Goal">
  <p:cSld name="TITLE_3_1_1_1_1_1">
    <p:spTree>
      <p:nvGrpSpPr>
        <p:cNvPr id="1937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8" name="Google Shape;1938;p40"/>
          <p:cNvSpPr/>
          <p:nvPr/>
        </p:nvSpPr>
        <p:spPr>
          <a:xfrm>
            <a:off x="298312" y="301050"/>
            <a:ext cx="5646900" cy="5310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40"/>
          <p:cNvSpPr txBox="1"/>
          <p:nvPr>
            <p:ph type="title"/>
          </p:nvPr>
        </p:nvSpPr>
        <p:spPr>
          <a:xfrm>
            <a:off x="279185" y="31227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0" name="Google Shape;1940;p40"/>
          <p:cNvSpPr/>
          <p:nvPr/>
        </p:nvSpPr>
        <p:spPr>
          <a:xfrm>
            <a:off x="4463246" y="3362570"/>
            <a:ext cx="1190400" cy="9768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40"/>
          <p:cNvSpPr/>
          <p:nvPr/>
        </p:nvSpPr>
        <p:spPr>
          <a:xfrm>
            <a:off x="5653655" y="3362561"/>
            <a:ext cx="487500" cy="478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40"/>
          <p:cNvSpPr/>
          <p:nvPr/>
        </p:nvSpPr>
        <p:spPr>
          <a:xfrm>
            <a:off x="4463250" y="1056975"/>
            <a:ext cx="4371300" cy="23055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40"/>
          <p:cNvSpPr txBox="1"/>
          <p:nvPr>
            <p:ph idx="1" type="subTitle"/>
          </p:nvPr>
        </p:nvSpPr>
        <p:spPr>
          <a:xfrm>
            <a:off x="4481951" y="1068225"/>
            <a:ext cx="4338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4" name="Google Shape;1944;p40"/>
          <p:cNvSpPr/>
          <p:nvPr>
            <p:ph idx="2" type="pic"/>
          </p:nvPr>
        </p:nvSpPr>
        <p:spPr>
          <a:xfrm>
            <a:off x="298300" y="1055350"/>
            <a:ext cx="4165800" cy="3783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5" name="Google Shape;1945;p40"/>
          <p:cNvSpPr txBox="1"/>
          <p:nvPr>
            <p:ph idx="3" type="body"/>
          </p:nvPr>
        </p:nvSpPr>
        <p:spPr>
          <a:xfrm>
            <a:off x="4484120" y="1667497"/>
            <a:ext cx="4338600" cy="16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46" name="Google Shape;1946;p4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7" name="Google Shape;1947;p4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8" name="Google Shape;1948;p40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40"/>
          <p:cNvSpPr txBox="1"/>
          <p:nvPr>
            <p:ph idx="4"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 Detailed Outline + Key Features">
  <p:cSld name="TITLE_3_1_1_1_1_1_1"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41"/>
          <p:cNvSpPr txBox="1"/>
          <p:nvPr>
            <p:ph idx="1" type="subTitle"/>
          </p:nvPr>
        </p:nvSpPr>
        <p:spPr>
          <a:xfrm>
            <a:off x="6076827" y="986538"/>
            <a:ext cx="25152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2" name="Google Shape;1952;p41"/>
          <p:cNvSpPr txBox="1"/>
          <p:nvPr>
            <p:ph idx="2" type="subTitle"/>
          </p:nvPr>
        </p:nvSpPr>
        <p:spPr>
          <a:xfrm>
            <a:off x="194675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3" name="Google Shape;1953;p41"/>
          <p:cNvSpPr txBox="1"/>
          <p:nvPr>
            <p:ph idx="3" type="subTitle"/>
          </p:nvPr>
        </p:nvSpPr>
        <p:spPr>
          <a:xfrm>
            <a:off x="1178298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4" name="Google Shape;1954;p41"/>
          <p:cNvSpPr txBox="1"/>
          <p:nvPr>
            <p:ph idx="4" type="subTitle"/>
          </p:nvPr>
        </p:nvSpPr>
        <p:spPr>
          <a:xfrm>
            <a:off x="2161921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5" name="Google Shape;1955;p41"/>
          <p:cNvSpPr txBox="1"/>
          <p:nvPr>
            <p:ph idx="5" type="subTitle"/>
          </p:nvPr>
        </p:nvSpPr>
        <p:spPr>
          <a:xfrm>
            <a:off x="3139107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6" name="Google Shape;1956;p41"/>
          <p:cNvSpPr txBox="1"/>
          <p:nvPr>
            <p:ph idx="6" type="subTitle"/>
          </p:nvPr>
        </p:nvSpPr>
        <p:spPr>
          <a:xfrm>
            <a:off x="4108806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7" name="Google Shape;1957;p41"/>
          <p:cNvSpPr txBox="1"/>
          <p:nvPr>
            <p:ph idx="7" type="subTitle"/>
          </p:nvPr>
        </p:nvSpPr>
        <p:spPr>
          <a:xfrm>
            <a:off x="5092429" y="999467"/>
            <a:ext cx="972300" cy="3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8" name="Google Shape;1958;p41"/>
          <p:cNvSpPr/>
          <p:nvPr/>
        </p:nvSpPr>
        <p:spPr>
          <a:xfrm>
            <a:off x="298300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41"/>
          <p:cNvSpPr/>
          <p:nvPr/>
        </p:nvSpPr>
        <p:spPr>
          <a:xfrm>
            <a:off x="5197656" y="1301925"/>
            <a:ext cx="982800" cy="353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0" name="Google Shape;1960;p41"/>
          <p:cNvSpPr txBox="1"/>
          <p:nvPr>
            <p:ph idx="8" type="body"/>
          </p:nvPr>
        </p:nvSpPr>
        <p:spPr>
          <a:xfrm>
            <a:off x="30268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1" name="Google Shape;1961;p41"/>
          <p:cNvSpPr txBox="1"/>
          <p:nvPr>
            <p:ph idx="9" type="body"/>
          </p:nvPr>
        </p:nvSpPr>
        <p:spPr>
          <a:xfrm>
            <a:off x="5210863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2" name="Google Shape;1962;p41"/>
          <p:cNvSpPr/>
          <p:nvPr/>
        </p:nvSpPr>
        <p:spPr>
          <a:xfrm>
            <a:off x="3239217" y="1301925"/>
            <a:ext cx="982800" cy="353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41"/>
          <p:cNvSpPr txBox="1"/>
          <p:nvPr>
            <p:ph idx="13" type="body"/>
          </p:nvPr>
        </p:nvSpPr>
        <p:spPr>
          <a:xfrm>
            <a:off x="3251210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4" name="Google Shape;1964;p41"/>
          <p:cNvSpPr/>
          <p:nvPr/>
        </p:nvSpPr>
        <p:spPr>
          <a:xfrm>
            <a:off x="4215083" y="1301925"/>
            <a:ext cx="982800" cy="3530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41"/>
          <p:cNvSpPr txBox="1"/>
          <p:nvPr>
            <p:ph idx="14" type="body"/>
          </p:nvPr>
        </p:nvSpPr>
        <p:spPr>
          <a:xfrm>
            <a:off x="4233736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6" name="Google Shape;1966;p41"/>
          <p:cNvSpPr/>
          <p:nvPr/>
        </p:nvSpPr>
        <p:spPr>
          <a:xfrm>
            <a:off x="1280779" y="1301925"/>
            <a:ext cx="982800" cy="353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41"/>
          <p:cNvSpPr txBox="1"/>
          <p:nvPr>
            <p:ph idx="15" type="body"/>
          </p:nvPr>
        </p:nvSpPr>
        <p:spPr>
          <a:xfrm>
            <a:off x="1286147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68" name="Google Shape;1968;p41"/>
          <p:cNvSpPr/>
          <p:nvPr/>
        </p:nvSpPr>
        <p:spPr>
          <a:xfrm>
            <a:off x="2256692" y="1301925"/>
            <a:ext cx="982800" cy="353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41"/>
          <p:cNvSpPr txBox="1"/>
          <p:nvPr>
            <p:ph idx="16" type="body"/>
          </p:nvPr>
        </p:nvSpPr>
        <p:spPr>
          <a:xfrm>
            <a:off x="2268684" y="1309508"/>
            <a:ext cx="965100" cy="3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70" name="Google Shape;1970;p41"/>
          <p:cNvSpPr/>
          <p:nvPr/>
        </p:nvSpPr>
        <p:spPr>
          <a:xfrm>
            <a:off x="6182130" y="1301927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41"/>
          <p:cNvSpPr/>
          <p:nvPr/>
        </p:nvSpPr>
        <p:spPr>
          <a:xfrm>
            <a:off x="6182130" y="2680069"/>
            <a:ext cx="2656500" cy="1376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41"/>
          <p:cNvSpPr txBox="1"/>
          <p:nvPr>
            <p:ph idx="17" type="subTitle"/>
          </p:nvPr>
        </p:nvSpPr>
        <p:spPr>
          <a:xfrm>
            <a:off x="6164355" y="1264050"/>
            <a:ext cx="24726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3" name="Google Shape;1973;p41"/>
          <p:cNvSpPr txBox="1"/>
          <p:nvPr>
            <p:ph idx="18" type="body"/>
          </p:nvPr>
        </p:nvSpPr>
        <p:spPr>
          <a:xfrm>
            <a:off x="6160825" y="1743763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74" name="Google Shape;1974;p41"/>
          <p:cNvSpPr txBox="1"/>
          <p:nvPr>
            <p:ph idx="19" type="subTitle"/>
          </p:nvPr>
        </p:nvSpPr>
        <p:spPr>
          <a:xfrm>
            <a:off x="6164657" y="2640406"/>
            <a:ext cx="26868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5" name="Google Shape;1975;p41"/>
          <p:cNvSpPr txBox="1"/>
          <p:nvPr>
            <p:ph idx="20" type="body"/>
          </p:nvPr>
        </p:nvSpPr>
        <p:spPr>
          <a:xfrm>
            <a:off x="6160825" y="2978547"/>
            <a:ext cx="2686800" cy="1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76" name="Google Shape;1976;p4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4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8" name="Google Shape;1978;p41"/>
          <p:cNvSpPr/>
          <p:nvPr/>
        </p:nvSpPr>
        <p:spPr>
          <a:xfrm>
            <a:off x="298300" y="301050"/>
            <a:ext cx="56709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4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vel Details">
  <p:cSld name="TITLE_3_1_1_1_1_1_1_1"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42"/>
          <p:cNvSpPr/>
          <p:nvPr/>
        </p:nvSpPr>
        <p:spPr>
          <a:xfrm>
            <a:off x="298300" y="301050"/>
            <a:ext cx="35340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42"/>
          <p:cNvSpPr txBox="1"/>
          <p:nvPr>
            <p:ph type="title"/>
          </p:nvPr>
        </p:nvSpPr>
        <p:spPr>
          <a:xfrm>
            <a:off x="279178" y="338025"/>
            <a:ext cx="35379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3" name="Google Shape;1983;p42"/>
          <p:cNvSpPr/>
          <p:nvPr>
            <p:ph idx="2" type="pic"/>
          </p:nvPr>
        </p:nvSpPr>
        <p:spPr>
          <a:xfrm>
            <a:off x="3836145" y="1334531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42"/>
          <p:cNvSpPr/>
          <p:nvPr>
            <p:ph idx="3" type="pic"/>
          </p:nvPr>
        </p:nvSpPr>
        <p:spPr>
          <a:xfrm>
            <a:off x="3836145" y="2892484"/>
            <a:ext cx="1488300" cy="155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5" name="Google Shape;1985;p42"/>
          <p:cNvSpPr/>
          <p:nvPr/>
        </p:nvSpPr>
        <p:spPr>
          <a:xfrm>
            <a:off x="5324404" y="2374069"/>
            <a:ext cx="2480100" cy="20862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42"/>
          <p:cNvSpPr txBox="1"/>
          <p:nvPr>
            <p:ph idx="1" type="body"/>
          </p:nvPr>
        </p:nvSpPr>
        <p:spPr>
          <a:xfrm>
            <a:off x="5321031" y="2388890"/>
            <a:ext cx="2480100" cy="20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87" name="Google Shape;1987;p42"/>
          <p:cNvSpPr/>
          <p:nvPr/>
        </p:nvSpPr>
        <p:spPr>
          <a:xfrm>
            <a:off x="5324434" y="790425"/>
            <a:ext cx="3021000" cy="1584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42"/>
          <p:cNvSpPr/>
          <p:nvPr/>
        </p:nvSpPr>
        <p:spPr>
          <a:xfrm>
            <a:off x="842990" y="908254"/>
            <a:ext cx="2989200" cy="2589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42"/>
          <p:cNvSpPr txBox="1"/>
          <p:nvPr>
            <p:ph idx="4" type="body"/>
          </p:nvPr>
        </p:nvSpPr>
        <p:spPr>
          <a:xfrm>
            <a:off x="866096" y="1255168"/>
            <a:ext cx="29511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0" name="Google Shape;1990;p42"/>
          <p:cNvSpPr txBox="1"/>
          <p:nvPr>
            <p:ph idx="5" type="body"/>
          </p:nvPr>
        </p:nvSpPr>
        <p:spPr>
          <a:xfrm>
            <a:off x="5321025" y="801853"/>
            <a:ext cx="3016500" cy="15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1" name="Google Shape;1991;p42"/>
          <p:cNvSpPr txBox="1"/>
          <p:nvPr>
            <p:ph idx="6" type="subTitle"/>
          </p:nvPr>
        </p:nvSpPr>
        <p:spPr>
          <a:xfrm>
            <a:off x="854800" y="922100"/>
            <a:ext cx="2951100" cy="5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2" name="Google Shape;1992;p4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3" name="Google Shape;1993;p4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3_1_1_1_1_1_1_1_1"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43"/>
          <p:cNvSpPr/>
          <p:nvPr/>
        </p:nvSpPr>
        <p:spPr>
          <a:xfrm>
            <a:off x="3263350" y="1223800"/>
            <a:ext cx="2617200" cy="27255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6" name="Google Shape;1996;p43"/>
          <p:cNvSpPr txBox="1"/>
          <p:nvPr>
            <p:ph idx="1" type="subTitle"/>
          </p:nvPr>
        </p:nvSpPr>
        <p:spPr>
          <a:xfrm>
            <a:off x="32634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7" name="Google Shape;1997;p43"/>
          <p:cNvSpPr/>
          <p:nvPr/>
        </p:nvSpPr>
        <p:spPr>
          <a:xfrm>
            <a:off x="643300" y="1223800"/>
            <a:ext cx="2617200" cy="27255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43"/>
          <p:cNvSpPr txBox="1"/>
          <p:nvPr>
            <p:ph idx="2" type="body"/>
          </p:nvPr>
        </p:nvSpPr>
        <p:spPr>
          <a:xfrm>
            <a:off x="6501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99" name="Google Shape;1999;p43"/>
          <p:cNvSpPr/>
          <p:nvPr/>
        </p:nvSpPr>
        <p:spPr>
          <a:xfrm>
            <a:off x="5883400" y="1223800"/>
            <a:ext cx="2617200" cy="2725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43"/>
          <p:cNvSpPr txBox="1"/>
          <p:nvPr>
            <p:ph idx="3" type="subTitle"/>
          </p:nvPr>
        </p:nvSpPr>
        <p:spPr>
          <a:xfrm>
            <a:off x="58835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1" name="Google Shape;2001;p43"/>
          <p:cNvSpPr txBox="1"/>
          <p:nvPr>
            <p:ph idx="4" type="body"/>
          </p:nvPr>
        </p:nvSpPr>
        <p:spPr>
          <a:xfrm>
            <a:off x="546686" y="3949300"/>
            <a:ext cx="2404800" cy="3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2" name="Google Shape;2002;p43"/>
          <p:cNvSpPr txBox="1"/>
          <p:nvPr>
            <p:ph idx="5" type="subTitle"/>
          </p:nvPr>
        </p:nvSpPr>
        <p:spPr>
          <a:xfrm>
            <a:off x="646300" y="1216529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3" name="Google Shape;2003;p43"/>
          <p:cNvSpPr txBox="1"/>
          <p:nvPr>
            <p:ph idx="6" type="body"/>
          </p:nvPr>
        </p:nvSpPr>
        <p:spPr>
          <a:xfrm>
            <a:off x="326485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04" name="Google Shape;2004;p43"/>
          <p:cNvSpPr txBox="1"/>
          <p:nvPr>
            <p:ph idx="7" type="body"/>
          </p:nvPr>
        </p:nvSpPr>
        <p:spPr>
          <a:xfrm>
            <a:off x="5883400" y="1553646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05" name="Google Shape;2005;p43"/>
          <p:cNvSpPr txBox="1"/>
          <p:nvPr>
            <p:ph idx="8" type="body"/>
          </p:nvPr>
        </p:nvSpPr>
        <p:spPr>
          <a:xfrm>
            <a:off x="65015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6" name="Google Shape;2006;p43"/>
          <p:cNvSpPr txBox="1"/>
          <p:nvPr>
            <p:ph idx="9" type="body"/>
          </p:nvPr>
        </p:nvSpPr>
        <p:spPr>
          <a:xfrm>
            <a:off x="18804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7" name="Google Shape;2007;p43"/>
          <p:cNvSpPr txBox="1"/>
          <p:nvPr>
            <p:ph idx="13" type="body"/>
          </p:nvPr>
        </p:nvSpPr>
        <p:spPr>
          <a:xfrm>
            <a:off x="326677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8" name="Google Shape;2008;p43"/>
          <p:cNvSpPr txBox="1"/>
          <p:nvPr>
            <p:ph idx="14" type="body"/>
          </p:nvPr>
        </p:nvSpPr>
        <p:spPr>
          <a:xfrm>
            <a:off x="44971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09" name="Google Shape;2009;p43"/>
          <p:cNvSpPr txBox="1"/>
          <p:nvPr>
            <p:ph idx="15" type="body"/>
          </p:nvPr>
        </p:nvSpPr>
        <p:spPr>
          <a:xfrm>
            <a:off x="5883400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10" name="Google Shape;2010;p43"/>
          <p:cNvSpPr txBox="1"/>
          <p:nvPr>
            <p:ph idx="16" type="body"/>
          </p:nvPr>
        </p:nvSpPr>
        <p:spPr>
          <a:xfrm>
            <a:off x="7113725" y="2160175"/>
            <a:ext cx="1287900" cy="17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11" name="Google Shape;2011;p4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4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3" name="Google Shape;2013;p4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4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tions Pros and Cons">
  <p:cSld name="TITLE_3_1_1_1_1_1_1_1_1_1"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44"/>
          <p:cNvSpPr/>
          <p:nvPr/>
        </p:nvSpPr>
        <p:spPr>
          <a:xfrm>
            <a:off x="298286" y="2469752"/>
            <a:ext cx="2849400" cy="2367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7" name="Google Shape;2017;p44"/>
          <p:cNvSpPr/>
          <p:nvPr/>
        </p:nvSpPr>
        <p:spPr>
          <a:xfrm>
            <a:off x="3148000" y="2469752"/>
            <a:ext cx="2849400" cy="2367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8" name="Google Shape;2018;p44"/>
          <p:cNvSpPr/>
          <p:nvPr/>
        </p:nvSpPr>
        <p:spPr>
          <a:xfrm>
            <a:off x="5984943" y="2469752"/>
            <a:ext cx="2849400" cy="23673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44"/>
          <p:cNvSpPr/>
          <p:nvPr>
            <p:ph idx="2" type="pic"/>
          </p:nvPr>
        </p:nvSpPr>
        <p:spPr>
          <a:xfrm>
            <a:off x="299192" y="1071125"/>
            <a:ext cx="2861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0" name="Google Shape;2020;p44"/>
          <p:cNvSpPr/>
          <p:nvPr>
            <p:ph idx="3" type="pic"/>
          </p:nvPr>
        </p:nvSpPr>
        <p:spPr>
          <a:xfrm>
            <a:off x="3147675" y="1071125"/>
            <a:ext cx="28371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1" name="Google Shape;2021;p44"/>
          <p:cNvSpPr/>
          <p:nvPr>
            <p:ph idx="4" type="pic"/>
          </p:nvPr>
        </p:nvSpPr>
        <p:spPr>
          <a:xfrm>
            <a:off x="5984750" y="1071125"/>
            <a:ext cx="2849400" cy="14016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2" name="Google Shape;2022;p44"/>
          <p:cNvSpPr txBox="1"/>
          <p:nvPr>
            <p:ph idx="1" type="subTitle"/>
          </p:nvPr>
        </p:nvSpPr>
        <p:spPr>
          <a:xfrm>
            <a:off x="313140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3" name="Google Shape;2023;p44"/>
          <p:cNvSpPr txBox="1"/>
          <p:nvPr>
            <p:ph idx="5" type="body"/>
          </p:nvPr>
        </p:nvSpPr>
        <p:spPr>
          <a:xfrm>
            <a:off x="3157834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24" name="Google Shape;2024;p44"/>
          <p:cNvSpPr txBox="1"/>
          <p:nvPr>
            <p:ph idx="6" type="body"/>
          </p:nvPr>
        </p:nvSpPr>
        <p:spPr>
          <a:xfrm>
            <a:off x="6001839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25" name="Google Shape;2025;p44"/>
          <p:cNvSpPr txBox="1"/>
          <p:nvPr>
            <p:ph idx="7" type="body"/>
          </p:nvPr>
        </p:nvSpPr>
        <p:spPr>
          <a:xfrm>
            <a:off x="317282" y="2811042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26" name="Google Shape;2026;p44"/>
          <p:cNvSpPr txBox="1"/>
          <p:nvPr>
            <p:ph idx="8" type="subTitle"/>
          </p:nvPr>
        </p:nvSpPr>
        <p:spPr>
          <a:xfrm>
            <a:off x="3153692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7" name="Google Shape;2027;p44"/>
          <p:cNvSpPr txBox="1"/>
          <p:nvPr>
            <p:ph idx="9" type="subTitle"/>
          </p:nvPr>
        </p:nvSpPr>
        <p:spPr>
          <a:xfrm>
            <a:off x="5997697" y="2454080"/>
            <a:ext cx="2815500" cy="4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8" name="Google Shape;2028;p4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9" name="Google Shape;2029;p4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0" name="Google Shape;2030;p4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1" name="Google Shape;2031;p4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ditional Points">
  <p:cSld name="TITLE_3_1_1_1_1_1_1_1_1_1_1"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45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45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5" name="Google Shape;2035;p45"/>
          <p:cNvSpPr/>
          <p:nvPr>
            <p:ph idx="2" type="pic"/>
          </p:nvPr>
        </p:nvSpPr>
        <p:spPr>
          <a:xfrm>
            <a:off x="3789350" y="1216800"/>
            <a:ext cx="5062200" cy="3622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6" name="Google Shape;2036;p45"/>
          <p:cNvSpPr txBox="1"/>
          <p:nvPr>
            <p:ph idx="3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37" name="Google Shape;2037;p45"/>
          <p:cNvSpPr txBox="1"/>
          <p:nvPr>
            <p:ph idx="4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8" name="Google Shape;2038;p45"/>
          <p:cNvSpPr txBox="1"/>
          <p:nvPr>
            <p:ph idx="5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39" name="Google Shape;2039;p45"/>
          <p:cNvSpPr txBox="1"/>
          <p:nvPr>
            <p:ph idx="6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0" name="Google Shape;2040;p45"/>
          <p:cNvSpPr txBox="1"/>
          <p:nvPr>
            <p:ph idx="7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41" name="Google Shape;2041;p4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4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3" name="Google Shape;2043;p4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4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3_1_1_1_1_1_1_1_1_1_1_2"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46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46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48" name="Google Shape;2048;p4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9" name="Google Shape;2049;p4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0" name="Google Shape;2050;p4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4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3_1_1_1_1_1_1_1_1_1_1_2_2">
    <p:spTree>
      <p:nvGrpSpPr>
        <p:cNvPr id="2052" name="Shape 2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Google Shape;2053;p47"/>
          <p:cNvSpPr/>
          <p:nvPr/>
        </p:nvSpPr>
        <p:spPr>
          <a:xfrm>
            <a:off x="298300" y="1213300"/>
            <a:ext cx="56469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47"/>
          <p:cNvSpPr txBox="1"/>
          <p:nvPr>
            <p:ph idx="1" type="body"/>
          </p:nvPr>
        </p:nvSpPr>
        <p:spPr>
          <a:xfrm>
            <a:off x="298300" y="1370375"/>
            <a:ext cx="56469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55" name="Google Shape;2055;p4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4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7" name="Google Shape;2057;p4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4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3_1_1_1_1_1_1_1_1_1_1_2_1"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8"/>
          <p:cNvSpPr/>
          <p:nvPr/>
        </p:nvSpPr>
        <p:spPr>
          <a:xfrm>
            <a:off x="298300" y="1213300"/>
            <a:ext cx="40788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48"/>
          <p:cNvSpPr txBox="1"/>
          <p:nvPr>
            <p:ph idx="1" type="body"/>
          </p:nvPr>
        </p:nvSpPr>
        <p:spPr>
          <a:xfrm>
            <a:off x="2983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2" name="Google Shape;2062;p48"/>
          <p:cNvSpPr/>
          <p:nvPr/>
        </p:nvSpPr>
        <p:spPr>
          <a:xfrm>
            <a:off x="4377100" y="1213300"/>
            <a:ext cx="40788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3" name="Google Shape;2063;p48"/>
          <p:cNvSpPr txBox="1"/>
          <p:nvPr>
            <p:ph idx="2" type="body"/>
          </p:nvPr>
        </p:nvSpPr>
        <p:spPr>
          <a:xfrm>
            <a:off x="4377100" y="1370375"/>
            <a:ext cx="40362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64" name="Google Shape;2064;p4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4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6" name="Google Shape;2066;p4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7" name="Google Shape;2067;p4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lth and Safety">
  <p:cSld name="TITLE_3_1_1_1_1_1_1_1_1_1_1_1"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49"/>
          <p:cNvSpPr/>
          <p:nvPr>
            <p:ph idx="2" type="pic"/>
          </p:nvPr>
        </p:nvSpPr>
        <p:spPr>
          <a:xfrm>
            <a:off x="3789500" y="1216033"/>
            <a:ext cx="2512800" cy="2711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0" name="Google Shape;2070;p49"/>
          <p:cNvSpPr/>
          <p:nvPr/>
        </p:nvSpPr>
        <p:spPr>
          <a:xfrm>
            <a:off x="6300850" y="1795700"/>
            <a:ext cx="991200" cy="504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49"/>
          <p:cNvSpPr/>
          <p:nvPr>
            <p:ph idx="3" type="pic"/>
          </p:nvPr>
        </p:nvSpPr>
        <p:spPr>
          <a:xfrm>
            <a:off x="6302375" y="2298975"/>
            <a:ext cx="2476800" cy="253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2" name="Google Shape;2072;p49"/>
          <p:cNvSpPr/>
          <p:nvPr/>
        </p:nvSpPr>
        <p:spPr>
          <a:xfrm>
            <a:off x="298300" y="1216800"/>
            <a:ext cx="34914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49"/>
          <p:cNvSpPr txBox="1"/>
          <p:nvPr>
            <p:ph idx="1" type="subTitle"/>
          </p:nvPr>
        </p:nvSpPr>
        <p:spPr>
          <a:xfrm>
            <a:off x="323945" y="1242931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4" name="Google Shape;2074;p49"/>
          <p:cNvSpPr txBox="1"/>
          <p:nvPr>
            <p:ph idx="4" type="body"/>
          </p:nvPr>
        </p:nvSpPr>
        <p:spPr>
          <a:xfrm>
            <a:off x="336530" y="1554822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75" name="Google Shape;2075;p49"/>
          <p:cNvSpPr txBox="1"/>
          <p:nvPr>
            <p:ph idx="5" type="subTitle"/>
          </p:nvPr>
        </p:nvSpPr>
        <p:spPr>
          <a:xfrm>
            <a:off x="336530" y="2289922"/>
            <a:ext cx="33015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6" name="Google Shape;2076;p49"/>
          <p:cNvSpPr txBox="1"/>
          <p:nvPr>
            <p:ph idx="6" type="body"/>
          </p:nvPr>
        </p:nvSpPr>
        <p:spPr>
          <a:xfrm>
            <a:off x="349106" y="2601813"/>
            <a:ext cx="33015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77" name="Google Shape;2077;p49"/>
          <p:cNvSpPr txBox="1"/>
          <p:nvPr>
            <p:ph idx="7" type="subTitle"/>
          </p:nvPr>
        </p:nvSpPr>
        <p:spPr>
          <a:xfrm>
            <a:off x="323945" y="3346542"/>
            <a:ext cx="33144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8" name="Google Shape;2078;p49"/>
          <p:cNvSpPr txBox="1"/>
          <p:nvPr>
            <p:ph idx="8" type="body"/>
          </p:nvPr>
        </p:nvSpPr>
        <p:spPr>
          <a:xfrm>
            <a:off x="336569" y="3658433"/>
            <a:ext cx="3314400" cy="7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79" name="Google Shape;2079;p49"/>
          <p:cNvSpPr/>
          <p:nvPr/>
        </p:nvSpPr>
        <p:spPr>
          <a:xfrm>
            <a:off x="3789500" y="3927425"/>
            <a:ext cx="2512800" cy="549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4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4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2" name="Google Shape;2082;p49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4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ommendations">
  <p:cSld name="TITLE_3_1_1_1_1_1_1_1_1_1_1_1_1"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50"/>
          <p:cNvSpPr/>
          <p:nvPr/>
        </p:nvSpPr>
        <p:spPr>
          <a:xfrm>
            <a:off x="1694350" y="1223800"/>
            <a:ext cx="5755200" cy="35343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6" name="Google Shape;2086;p50"/>
          <p:cNvSpPr txBox="1"/>
          <p:nvPr>
            <p:ph idx="1" type="body"/>
          </p:nvPr>
        </p:nvSpPr>
        <p:spPr>
          <a:xfrm>
            <a:off x="1705750" y="1223400"/>
            <a:ext cx="5755200" cy="35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87" name="Google Shape;2087;p5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8" name="Google Shape;2088;p5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9" name="Google Shape;2089;p50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5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cision Making Timelines">
  <p:cSld name="TITLE_3_1_1_1_1_1_1_1_1_1_1_1_1_1"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51"/>
          <p:cNvSpPr txBox="1"/>
          <p:nvPr>
            <p:ph idx="1" type="subTitle"/>
          </p:nvPr>
        </p:nvSpPr>
        <p:spPr>
          <a:xfrm>
            <a:off x="97462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3" name="Google Shape;2093;p51"/>
          <p:cNvSpPr txBox="1"/>
          <p:nvPr>
            <p:ph idx="2" type="subTitle"/>
          </p:nvPr>
        </p:nvSpPr>
        <p:spPr>
          <a:xfrm>
            <a:off x="1947538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4" name="Google Shape;2094;p51"/>
          <p:cNvSpPr txBox="1"/>
          <p:nvPr>
            <p:ph idx="3" type="subTitle"/>
          </p:nvPr>
        </p:nvSpPr>
        <p:spPr>
          <a:xfrm>
            <a:off x="292045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5" name="Google Shape;2095;p51"/>
          <p:cNvSpPr txBox="1"/>
          <p:nvPr>
            <p:ph idx="4" type="subTitle"/>
          </p:nvPr>
        </p:nvSpPr>
        <p:spPr>
          <a:xfrm>
            <a:off x="3893363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6" name="Google Shape;2096;p51"/>
          <p:cNvSpPr txBox="1"/>
          <p:nvPr>
            <p:ph idx="5" type="subTitle"/>
          </p:nvPr>
        </p:nvSpPr>
        <p:spPr>
          <a:xfrm>
            <a:off x="4866276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7" name="Google Shape;2097;p51"/>
          <p:cNvSpPr txBox="1"/>
          <p:nvPr>
            <p:ph idx="6" type="subTitle"/>
          </p:nvPr>
        </p:nvSpPr>
        <p:spPr>
          <a:xfrm>
            <a:off x="5839189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8" name="Google Shape;2098;p51"/>
          <p:cNvSpPr txBox="1"/>
          <p:nvPr>
            <p:ph idx="7" type="subTitle"/>
          </p:nvPr>
        </p:nvSpPr>
        <p:spPr>
          <a:xfrm>
            <a:off x="6812101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9" name="Google Shape;2099;p51"/>
          <p:cNvSpPr txBox="1"/>
          <p:nvPr>
            <p:ph idx="8" type="subTitle"/>
          </p:nvPr>
        </p:nvSpPr>
        <p:spPr>
          <a:xfrm>
            <a:off x="7785014" y="1502023"/>
            <a:ext cx="978600" cy="3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00" name="Google Shape;2100;p51"/>
          <p:cNvCxnSpPr/>
          <p:nvPr/>
        </p:nvCxnSpPr>
        <p:spPr>
          <a:xfrm>
            <a:off x="326031" y="3827919"/>
            <a:ext cx="830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1" name="Google Shape;2101;p51"/>
          <p:cNvCxnSpPr/>
          <p:nvPr/>
        </p:nvCxnSpPr>
        <p:spPr>
          <a:xfrm>
            <a:off x="1060840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51"/>
          <p:cNvCxnSpPr/>
          <p:nvPr/>
        </p:nvCxnSpPr>
        <p:spPr>
          <a:xfrm>
            <a:off x="2039296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3" name="Google Shape;2103;p51"/>
          <p:cNvCxnSpPr/>
          <p:nvPr/>
        </p:nvCxnSpPr>
        <p:spPr>
          <a:xfrm>
            <a:off x="3011282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4" name="Google Shape;2104;p51"/>
          <p:cNvCxnSpPr/>
          <p:nvPr/>
        </p:nvCxnSpPr>
        <p:spPr>
          <a:xfrm>
            <a:off x="3989739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5" name="Google Shape;2105;p51"/>
          <p:cNvCxnSpPr/>
          <p:nvPr/>
        </p:nvCxnSpPr>
        <p:spPr>
          <a:xfrm>
            <a:off x="4968195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6" name="Google Shape;2106;p51"/>
          <p:cNvCxnSpPr/>
          <p:nvPr/>
        </p:nvCxnSpPr>
        <p:spPr>
          <a:xfrm>
            <a:off x="5939111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7" name="Google Shape;2107;p51"/>
          <p:cNvCxnSpPr/>
          <p:nvPr/>
        </p:nvCxnSpPr>
        <p:spPr>
          <a:xfrm>
            <a:off x="6911098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8" name="Google Shape;2108;p51"/>
          <p:cNvCxnSpPr/>
          <p:nvPr/>
        </p:nvCxnSpPr>
        <p:spPr>
          <a:xfrm>
            <a:off x="7888483" y="1799599"/>
            <a:ext cx="0" cy="2037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9" name="Google Shape;2109;p51"/>
          <p:cNvCxnSpPr/>
          <p:nvPr/>
        </p:nvCxnSpPr>
        <p:spPr>
          <a:xfrm>
            <a:off x="15543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51"/>
          <p:cNvCxnSpPr/>
          <p:nvPr/>
        </p:nvCxnSpPr>
        <p:spPr>
          <a:xfrm>
            <a:off x="2532830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1" name="Google Shape;2111;p51"/>
          <p:cNvCxnSpPr/>
          <p:nvPr/>
        </p:nvCxnSpPr>
        <p:spPr>
          <a:xfrm>
            <a:off x="350481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2" name="Google Shape;2112;p51"/>
          <p:cNvCxnSpPr/>
          <p:nvPr/>
        </p:nvCxnSpPr>
        <p:spPr>
          <a:xfrm>
            <a:off x="4483273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3" name="Google Shape;2113;p51"/>
          <p:cNvCxnSpPr/>
          <p:nvPr/>
        </p:nvCxnSpPr>
        <p:spPr>
          <a:xfrm>
            <a:off x="5461729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51"/>
          <p:cNvCxnSpPr/>
          <p:nvPr/>
        </p:nvCxnSpPr>
        <p:spPr>
          <a:xfrm>
            <a:off x="6432645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5" name="Google Shape;2115;p51"/>
          <p:cNvCxnSpPr/>
          <p:nvPr/>
        </p:nvCxnSpPr>
        <p:spPr>
          <a:xfrm>
            <a:off x="7404631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6" name="Google Shape;2116;p51"/>
          <p:cNvCxnSpPr/>
          <p:nvPr/>
        </p:nvCxnSpPr>
        <p:spPr>
          <a:xfrm>
            <a:off x="8382017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7" name="Google Shape;2117;p51"/>
          <p:cNvCxnSpPr/>
          <p:nvPr/>
        </p:nvCxnSpPr>
        <p:spPr>
          <a:xfrm>
            <a:off x="567306" y="3331452"/>
            <a:ext cx="0" cy="50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8" name="Google Shape;2118;p51"/>
          <p:cNvSpPr txBox="1"/>
          <p:nvPr>
            <p:ph idx="9" type="body"/>
          </p:nvPr>
        </p:nvSpPr>
        <p:spPr>
          <a:xfrm>
            <a:off x="21972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19" name="Google Shape;2119;p51"/>
          <p:cNvSpPr txBox="1"/>
          <p:nvPr>
            <p:ph idx="13" type="body"/>
          </p:nvPr>
        </p:nvSpPr>
        <p:spPr>
          <a:xfrm>
            <a:off x="1676863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0" name="Google Shape;2120;p51"/>
          <p:cNvSpPr txBox="1"/>
          <p:nvPr>
            <p:ph idx="14" type="body"/>
          </p:nvPr>
        </p:nvSpPr>
        <p:spPr>
          <a:xfrm>
            <a:off x="3156254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1" name="Google Shape;2121;p51"/>
          <p:cNvSpPr txBox="1"/>
          <p:nvPr>
            <p:ph idx="15" type="body"/>
          </p:nvPr>
        </p:nvSpPr>
        <p:spPr>
          <a:xfrm>
            <a:off x="3879515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2" name="Google Shape;2122;p51"/>
          <p:cNvSpPr txBox="1"/>
          <p:nvPr>
            <p:ph idx="16" type="body"/>
          </p:nvPr>
        </p:nvSpPr>
        <p:spPr>
          <a:xfrm>
            <a:off x="583534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3" name="Google Shape;2123;p51"/>
          <p:cNvSpPr txBox="1"/>
          <p:nvPr>
            <p:ph idx="17" type="body"/>
          </p:nvPr>
        </p:nvSpPr>
        <p:spPr>
          <a:xfrm>
            <a:off x="7300272" y="4031189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4" name="Google Shape;2124;p51"/>
          <p:cNvSpPr txBox="1"/>
          <p:nvPr>
            <p:ph idx="18" type="body"/>
          </p:nvPr>
        </p:nvSpPr>
        <p:spPr>
          <a:xfrm>
            <a:off x="5213426" y="4379255"/>
            <a:ext cx="1489800" cy="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25" name="Google Shape;2125;p5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6" name="Google Shape;2126;p5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7" name="Google Shape;2127;p51"/>
          <p:cNvSpPr/>
          <p:nvPr/>
        </p:nvSpPr>
        <p:spPr>
          <a:xfrm>
            <a:off x="301794" y="301050"/>
            <a:ext cx="6609300" cy="606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8" name="Google Shape;2128;p51"/>
          <p:cNvSpPr txBox="1"/>
          <p:nvPr>
            <p:ph type="title"/>
          </p:nvPr>
        </p:nvSpPr>
        <p:spPr>
          <a:xfrm>
            <a:off x="279173" y="338025"/>
            <a:ext cx="658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/Outro Slide">
  <p:cSld name="TITLE_3_1_1_1_1_1_1_1_1_1_1_1_1_1_1"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52"/>
          <p:cNvSpPr/>
          <p:nvPr/>
        </p:nvSpPr>
        <p:spPr>
          <a:xfrm>
            <a:off x="4316871" y="2841579"/>
            <a:ext cx="1052100" cy="1086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1" name="Google Shape;2131;p52"/>
          <p:cNvSpPr/>
          <p:nvPr/>
        </p:nvSpPr>
        <p:spPr>
          <a:xfrm>
            <a:off x="2213760" y="2848150"/>
            <a:ext cx="2101800" cy="5433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2" name="Google Shape;2132;p52"/>
          <p:cNvSpPr/>
          <p:nvPr/>
        </p:nvSpPr>
        <p:spPr>
          <a:xfrm>
            <a:off x="1172300" y="1208200"/>
            <a:ext cx="3146100" cy="1639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3" name="Google Shape;2133;p52"/>
          <p:cNvSpPr txBox="1"/>
          <p:nvPr>
            <p:ph type="title"/>
          </p:nvPr>
        </p:nvSpPr>
        <p:spPr>
          <a:xfrm>
            <a:off x="1172300" y="1208200"/>
            <a:ext cx="3146100" cy="16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4" name="Google Shape;2134;p52"/>
          <p:cNvSpPr/>
          <p:nvPr/>
        </p:nvSpPr>
        <p:spPr>
          <a:xfrm>
            <a:off x="4316873" y="2300152"/>
            <a:ext cx="5289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5" name="Google Shape;2135;p52"/>
          <p:cNvSpPr txBox="1"/>
          <p:nvPr>
            <p:ph idx="2" type="title"/>
          </p:nvPr>
        </p:nvSpPr>
        <p:spPr>
          <a:xfrm>
            <a:off x="4316875" y="2841575"/>
            <a:ext cx="1052100" cy="108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6" name="Google Shape;2136;p5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7" name="Google Shape;2137;p5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20"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54"/>
          <p:cNvSpPr/>
          <p:nvPr/>
        </p:nvSpPr>
        <p:spPr>
          <a:xfrm>
            <a:off x="1822200" y="1536600"/>
            <a:ext cx="4986900" cy="1081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54"/>
          <p:cNvSpPr txBox="1"/>
          <p:nvPr>
            <p:ph type="title"/>
          </p:nvPr>
        </p:nvSpPr>
        <p:spPr>
          <a:xfrm>
            <a:off x="1822300" y="1548425"/>
            <a:ext cx="49869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2" name="Google Shape;2142;p54"/>
          <p:cNvSpPr/>
          <p:nvPr/>
        </p:nvSpPr>
        <p:spPr>
          <a:xfrm>
            <a:off x="4655406" y="2617800"/>
            <a:ext cx="2159400" cy="989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54"/>
          <p:cNvSpPr txBox="1"/>
          <p:nvPr>
            <p:ph idx="1" type="subTitle"/>
          </p:nvPr>
        </p:nvSpPr>
        <p:spPr>
          <a:xfrm>
            <a:off x="4649825" y="2625603"/>
            <a:ext cx="21594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p5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5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3"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55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55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55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50" name="Google Shape;2150;p55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5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5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56"/>
          <p:cNvSpPr/>
          <p:nvPr/>
        </p:nvSpPr>
        <p:spPr>
          <a:xfrm>
            <a:off x="298300" y="1213300"/>
            <a:ext cx="34551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5" name="Google Shape;2155;p56"/>
          <p:cNvSpPr txBox="1"/>
          <p:nvPr>
            <p:ph idx="1" type="body"/>
          </p:nvPr>
        </p:nvSpPr>
        <p:spPr>
          <a:xfrm>
            <a:off x="3778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6" name="Google Shape;2156;p56"/>
          <p:cNvSpPr/>
          <p:nvPr/>
        </p:nvSpPr>
        <p:spPr>
          <a:xfrm>
            <a:off x="3753400" y="1213300"/>
            <a:ext cx="34551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7" name="Google Shape;2157;p56"/>
          <p:cNvSpPr txBox="1"/>
          <p:nvPr>
            <p:ph idx="2" type="body"/>
          </p:nvPr>
        </p:nvSpPr>
        <p:spPr>
          <a:xfrm>
            <a:off x="3832900" y="1370375"/>
            <a:ext cx="3296100" cy="29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58" name="Google Shape;2158;p5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9" name="Google Shape;2159;p5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0" name="Google Shape;2160;p5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1" name="Google Shape;2161;p5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4_1_1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5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4" name="Google Shape;2164;p5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5" name="Google Shape;2165;p5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6" name="Google Shape;2166;p5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2167" name="Shape 2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8" name="Google Shape;2168;p58"/>
          <p:cNvSpPr/>
          <p:nvPr/>
        </p:nvSpPr>
        <p:spPr>
          <a:xfrm>
            <a:off x="298862" y="1213300"/>
            <a:ext cx="42042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58"/>
          <p:cNvSpPr txBox="1"/>
          <p:nvPr>
            <p:ph idx="1" type="body"/>
          </p:nvPr>
        </p:nvSpPr>
        <p:spPr>
          <a:xfrm>
            <a:off x="370550" y="1290925"/>
            <a:ext cx="40608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70" name="Google Shape;2170;p5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5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2" name="Google Shape;2172;p58"/>
          <p:cNvSpPr/>
          <p:nvPr/>
        </p:nvSpPr>
        <p:spPr>
          <a:xfrm>
            <a:off x="298300" y="301050"/>
            <a:ext cx="42363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3" name="Google Shape;2173;p58"/>
          <p:cNvSpPr txBox="1"/>
          <p:nvPr>
            <p:ph type="title"/>
          </p:nvPr>
        </p:nvSpPr>
        <p:spPr>
          <a:xfrm>
            <a:off x="279177" y="338025"/>
            <a:ext cx="42042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6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59"/>
          <p:cNvSpPr/>
          <p:nvPr/>
        </p:nvSpPr>
        <p:spPr>
          <a:xfrm>
            <a:off x="1172300" y="1667975"/>
            <a:ext cx="5841600" cy="16398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59"/>
          <p:cNvSpPr/>
          <p:nvPr/>
        </p:nvSpPr>
        <p:spPr>
          <a:xfrm>
            <a:off x="7013875" y="2761675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59"/>
          <p:cNvSpPr txBox="1"/>
          <p:nvPr>
            <p:ph type="title"/>
          </p:nvPr>
        </p:nvSpPr>
        <p:spPr>
          <a:xfrm>
            <a:off x="1195425" y="1741825"/>
            <a:ext cx="56166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78" name="Google Shape;2178;p59"/>
          <p:cNvSpPr/>
          <p:nvPr/>
        </p:nvSpPr>
        <p:spPr>
          <a:xfrm>
            <a:off x="643300" y="1667975"/>
            <a:ext cx="528900" cy="5289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5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5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7"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60"/>
          <p:cNvSpPr/>
          <p:nvPr/>
        </p:nvSpPr>
        <p:spPr>
          <a:xfrm>
            <a:off x="1172300" y="2775600"/>
            <a:ext cx="2953200" cy="8907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60"/>
          <p:cNvSpPr/>
          <p:nvPr/>
        </p:nvSpPr>
        <p:spPr>
          <a:xfrm>
            <a:off x="1172300" y="1477197"/>
            <a:ext cx="5841600" cy="1298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60"/>
          <p:cNvSpPr/>
          <p:nvPr/>
        </p:nvSpPr>
        <p:spPr>
          <a:xfrm>
            <a:off x="4125500" y="2775588"/>
            <a:ext cx="594000" cy="543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60"/>
          <p:cNvSpPr txBox="1"/>
          <p:nvPr>
            <p:ph type="title"/>
          </p:nvPr>
        </p:nvSpPr>
        <p:spPr>
          <a:xfrm>
            <a:off x="1227050" y="1551048"/>
            <a:ext cx="57321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86" name="Google Shape;2186;p60"/>
          <p:cNvSpPr txBox="1"/>
          <p:nvPr>
            <p:ph idx="1" type="subTitle"/>
          </p:nvPr>
        </p:nvSpPr>
        <p:spPr>
          <a:xfrm>
            <a:off x="1240100" y="2837775"/>
            <a:ext cx="28323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7" name="Google Shape;2187;p6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8" name="Google Shape;2188;p6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9" name="Google Shape;2189;p60"/>
          <p:cNvSpPr txBox="1"/>
          <p:nvPr>
            <p:ph idx="2" type="body"/>
          </p:nvPr>
        </p:nvSpPr>
        <p:spPr>
          <a:xfrm>
            <a:off x="1187325" y="3840875"/>
            <a:ext cx="6892800" cy="10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61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2" name="Google Shape;2192;p6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6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9"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6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6" name="Google Shape;2196;p6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7" name="Google Shape;2197;p6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8" name="Google Shape;2198;p6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9" name="Google Shape;2199;p62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0"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63"/>
          <p:cNvSpPr txBox="1"/>
          <p:nvPr>
            <p:ph idx="1" type="subTitle"/>
          </p:nvPr>
        </p:nvSpPr>
        <p:spPr>
          <a:xfrm>
            <a:off x="317500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2" name="Google Shape;2202;p63"/>
          <p:cNvSpPr txBox="1"/>
          <p:nvPr>
            <p:ph idx="2" type="subTitle"/>
          </p:nvPr>
        </p:nvSpPr>
        <p:spPr>
          <a:xfrm>
            <a:off x="4421675" y="12514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3" name="Google Shape;2203;p63"/>
          <p:cNvSpPr txBox="1"/>
          <p:nvPr>
            <p:ph idx="3" type="subTitle"/>
          </p:nvPr>
        </p:nvSpPr>
        <p:spPr>
          <a:xfrm>
            <a:off x="317500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4" name="Google Shape;2204;p63"/>
          <p:cNvSpPr txBox="1"/>
          <p:nvPr>
            <p:ph idx="4" type="subTitle"/>
          </p:nvPr>
        </p:nvSpPr>
        <p:spPr>
          <a:xfrm>
            <a:off x="4421675" y="23000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5" name="Google Shape;2205;p63"/>
          <p:cNvSpPr txBox="1"/>
          <p:nvPr>
            <p:ph idx="5" type="subTitle"/>
          </p:nvPr>
        </p:nvSpPr>
        <p:spPr>
          <a:xfrm>
            <a:off x="317500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6" name="Google Shape;2206;p63"/>
          <p:cNvSpPr txBox="1"/>
          <p:nvPr>
            <p:ph idx="6" type="subTitle"/>
          </p:nvPr>
        </p:nvSpPr>
        <p:spPr>
          <a:xfrm>
            <a:off x="4421675" y="3348600"/>
            <a:ext cx="4011000" cy="8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7" name="Google Shape;2207;p63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6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9" name="Google Shape;2209;p63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6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1"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64"/>
          <p:cNvSpPr/>
          <p:nvPr/>
        </p:nvSpPr>
        <p:spPr>
          <a:xfrm>
            <a:off x="292600" y="1214724"/>
            <a:ext cx="4239000" cy="25014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64"/>
          <p:cNvSpPr/>
          <p:nvPr>
            <p:ph idx="2" type="pic"/>
          </p:nvPr>
        </p:nvSpPr>
        <p:spPr>
          <a:xfrm>
            <a:off x="4531775" y="1221524"/>
            <a:ext cx="4302600" cy="3635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4" name="Google Shape;2214;p64"/>
          <p:cNvSpPr txBox="1"/>
          <p:nvPr>
            <p:ph idx="1" type="body"/>
          </p:nvPr>
        </p:nvSpPr>
        <p:spPr>
          <a:xfrm>
            <a:off x="340319" y="1261074"/>
            <a:ext cx="4061400" cy="24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15" name="Google Shape;2215;p64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6" name="Google Shape;2216;p6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7" name="Google Shape;2217;p64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8" name="Google Shape;2218;p6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2"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65"/>
          <p:cNvSpPr/>
          <p:nvPr/>
        </p:nvSpPr>
        <p:spPr>
          <a:xfrm>
            <a:off x="290556" y="1213300"/>
            <a:ext cx="40176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1" name="Google Shape;2221;p65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22" name="Google Shape;2222;p65"/>
          <p:cNvSpPr/>
          <p:nvPr/>
        </p:nvSpPr>
        <p:spPr>
          <a:xfrm>
            <a:off x="4308218" y="1213300"/>
            <a:ext cx="40176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65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24" name="Google Shape;2224;p65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5" name="Google Shape;2225;p65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6" name="Google Shape;2226;p65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6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8" name="Google Shape;2228;p65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6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3"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66"/>
          <p:cNvSpPr/>
          <p:nvPr/>
        </p:nvSpPr>
        <p:spPr>
          <a:xfrm>
            <a:off x="290556" y="1213300"/>
            <a:ext cx="28455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2" name="Google Shape;2232;p66"/>
          <p:cNvSpPr txBox="1"/>
          <p:nvPr>
            <p:ph idx="1" type="body"/>
          </p:nvPr>
        </p:nvSpPr>
        <p:spPr>
          <a:xfrm>
            <a:off x="379498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3" name="Google Shape;2233;p66"/>
          <p:cNvSpPr/>
          <p:nvPr/>
        </p:nvSpPr>
        <p:spPr>
          <a:xfrm>
            <a:off x="3135874" y="1213300"/>
            <a:ext cx="28455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66"/>
          <p:cNvSpPr txBox="1"/>
          <p:nvPr>
            <p:ph idx="2" type="body"/>
          </p:nvPr>
        </p:nvSpPr>
        <p:spPr>
          <a:xfrm>
            <a:off x="3224816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5" name="Google Shape;2235;p66"/>
          <p:cNvSpPr txBox="1"/>
          <p:nvPr>
            <p:ph idx="3" type="subTitle"/>
          </p:nvPr>
        </p:nvSpPr>
        <p:spPr>
          <a:xfrm>
            <a:off x="379498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6" name="Google Shape;2236;p66"/>
          <p:cNvSpPr txBox="1"/>
          <p:nvPr>
            <p:ph idx="4" type="subTitle"/>
          </p:nvPr>
        </p:nvSpPr>
        <p:spPr>
          <a:xfrm>
            <a:off x="3224816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7" name="Google Shape;2237;p66"/>
          <p:cNvSpPr/>
          <p:nvPr/>
        </p:nvSpPr>
        <p:spPr>
          <a:xfrm>
            <a:off x="5981304" y="1213300"/>
            <a:ext cx="28455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66"/>
          <p:cNvSpPr txBox="1"/>
          <p:nvPr>
            <p:ph idx="5" type="body"/>
          </p:nvPr>
        </p:nvSpPr>
        <p:spPr>
          <a:xfrm>
            <a:off x="6070247" y="2078725"/>
            <a:ext cx="26673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9" name="Google Shape;2239;p66"/>
          <p:cNvSpPr txBox="1"/>
          <p:nvPr>
            <p:ph idx="6" type="subTitle"/>
          </p:nvPr>
        </p:nvSpPr>
        <p:spPr>
          <a:xfrm>
            <a:off x="6070247" y="1328375"/>
            <a:ext cx="26673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0" name="Google Shape;2240;p66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66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2" name="Google Shape;2242;p66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66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14"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67"/>
          <p:cNvSpPr/>
          <p:nvPr/>
        </p:nvSpPr>
        <p:spPr>
          <a:xfrm>
            <a:off x="292600" y="1213300"/>
            <a:ext cx="2132700" cy="32604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67"/>
          <p:cNvSpPr txBox="1"/>
          <p:nvPr>
            <p:ph idx="1" type="body"/>
          </p:nvPr>
        </p:nvSpPr>
        <p:spPr>
          <a:xfrm>
            <a:off x="388220" y="20640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7" name="Google Shape;2247;p67"/>
          <p:cNvSpPr/>
          <p:nvPr/>
        </p:nvSpPr>
        <p:spPr>
          <a:xfrm>
            <a:off x="2425130" y="1213300"/>
            <a:ext cx="2132700" cy="326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67"/>
          <p:cNvSpPr txBox="1"/>
          <p:nvPr>
            <p:ph idx="2" type="body"/>
          </p:nvPr>
        </p:nvSpPr>
        <p:spPr>
          <a:xfrm>
            <a:off x="2524606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9" name="Google Shape;2249;p67"/>
          <p:cNvSpPr txBox="1"/>
          <p:nvPr>
            <p:ph idx="3" type="subTitle"/>
          </p:nvPr>
        </p:nvSpPr>
        <p:spPr>
          <a:xfrm>
            <a:off x="395987" y="13136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0" name="Google Shape;2250;p67"/>
          <p:cNvSpPr txBox="1"/>
          <p:nvPr>
            <p:ph idx="4" type="subTitle"/>
          </p:nvPr>
        </p:nvSpPr>
        <p:spPr>
          <a:xfrm>
            <a:off x="2524607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1" name="Google Shape;2251;p67"/>
          <p:cNvSpPr/>
          <p:nvPr/>
        </p:nvSpPr>
        <p:spPr>
          <a:xfrm>
            <a:off x="4557594" y="1213300"/>
            <a:ext cx="2132700" cy="32604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2" name="Google Shape;2252;p67"/>
          <p:cNvSpPr txBox="1"/>
          <p:nvPr>
            <p:ph idx="5" type="body"/>
          </p:nvPr>
        </p:nvSpPr>
        <p:spPr>
          <a:xfrm>
            <a:off x="465713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3" name="Google Shape;2253;p67"/>
          <p:cNvSpPr/>
          <p:nvPr/>
        </p:nvSpPr>
        <p:spPr>
          <a:xfrm>
            <a:off x="6690125" y="1213300"/>
            <a:ext cx="2132700" cy="32604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67"/>
          <p:cNvSpPr txBox="1"/>
          <p:nvPr>
            <p:ph idx="6" type="body"/>
          </p:nvPr>
        </p:nvSpPr>
        <p:spPr>
          <a:xfrm>
            <a:off x="6789589" y="2073825"/>
            <a:ext cx="19338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5" name="Google Shape;2255;p67"/>
          <p:cNvSpPr txBox="1"/>
          <p:nvPr>
            <p:ph idx="7" type="subTitle"/>
          </p:nvPr>
        </p:nvSpPr>
        <p:spPr>
          <a:xfrm>
            <a:off x="4657140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6" name="Google Shape;2256;p67"/>
          <p:cNvSpPr txBox="1"/>
          <p:nvPr>
            <p:ph idx="8" type="subTitle"/>
          </p:nvPr>
        </p:nvSpPr>
        <p:spPr>
          <a:xfrm>
            <a:off x="6789588" y="1323475"/>
            <a:ext cx="19338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7" name="Google Shape;2257;p67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8" name="Google Shape;2258;p67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9" name="Google Shape;2259;p67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6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5"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68"/>
          <p:cNvSpPr/>
          <p:nvPr>
            <p:ph idx="2" type="pic"/>
          </p:nvPr>
        </p:nvSpPr>
        <p:spPr>
          <a:xfrm>
            <a:off x="332000" y="1102925"/>
            <a:ext cx="6915000" cy="3725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3" name="Google Shape;2263;p68"/>
          <p:cNvSpPr/>
          <p:nvPr/>
        </p:nvSpPr>
        <p:spPr>
          <a:xfrm>
            <a:off x="7236337" y="1102925"/>
            <a:ext cx="1097400" cy="4605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68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68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6" name="Google Shape;2266;p68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7" name="Google Shape;2267;p6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6"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69"/>
          <p:cNvSpPr/>
          <p:nvPr/>
        </p:nvSpPr>
        <p:spPr>
          <a:xfrm>
            <a:off x="299641" y="301944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0" name="Google Shape;2270;p69"/>
          <p:cNvSpPr/>
          <p:nvPr/>
        </p:nvSpPr>
        <p:spPr>
          <a:xfrm>
            <a:off x="298987" y="3164944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1" name="Google Shape;2271;p69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2" name="Google Shape;2272;p69"/>
          <p:cNvSpPr txBox="1"/>
          <p:nvPr>
            <p:ph idx="1" type="subTitle"/>
          </p:nvPr>
        </p:nvSpPr>
        <p:spPr>
          <a:xfrm>
            <a:off x="335627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3" name="Google Shape;2273;p69"/>
          <p:cNvSpPr/>
          <p:nvPr/>
        </p:nvSpPr>
        <p:spPr>
          <a:xfrm>
            <a:off x="3055339" y="3164944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4" name="Google Shape;2274;p69"/>
          <p:cNvSpPr/>
          <p:nvPr>
            <p:ph idx="2" type="pic"/>
          </p:nvPr>
        </p:nvSpPr>
        <p:spPr>
          <a:xfrm>
            <a:off x="305510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5" name="Google Shape;2275;p69"/>
          <p:cNvSpPr txBox="1"/>
          <p:nvPr>
            <p:ph idx="3" type="subTitle"/>
          </p:nvPr>
        </p:nvSpPr>
        <p:spPr>
          <a:xfrm>
            <a:off x="3085572" y="3143713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6" name="Google Shape;2276;p69"/>
          <p:cNvSpPr txBox="1"/>
          <p:nvPr>
            <p:ph idx="4" type="body"/>
          </p:nvPr>
        </p:nvSpPr>
        <p:spPr>
          <a:xfrm>
            <a:off x="329783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7" name="Google Shape;2277;p69"/>
          <p:cNvSpPr txBox="1"/>
          <p:nvPr>
            <p:ph idx="5" type="body"/>
          </p:nvPr>
        </p:nvSpPr>
        <p:spPr>
          <a:xfrm>
            <a:off x="3088466" y="3743746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8" name="Google Shape;2278;p69"/>
          <p:cNvSpPr/>
          <p:nvPr/>
        </p:nvSpPr>
        <p:spPr>
          <a:xfrm>
            <a:off x="3062463" y="809593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9" name="Google Shape;2279;p69"/>
          <p:cNvSpPr/>
          <p:nvPr>
            <p:ph idx="6" type="pic"/>
          </p:nvPr>
        </p:nvSpPr>
        <p:spPr>
          <a:xfrm>
            <a:off x="3063994" y="1313560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0" name="Google Shape;2280;p69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1" name="Google Shape;2281;p69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7"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70"/>
          <p:cNvSpPr/>
          <p:nvPr/>
        </p:nvSpPr>
        <p:spPr>
          <a:xfrm>
            <a:off x="298192" y="301228"/>
            <a:ext cx="2757300" cy="1012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4" name="Google Shape;2284;p70"/>
          <p:cNvSpPr/>
          <p:nvPr/>
        </p:nvSpPr>
        <p:spPr>
          <a:xfrm>
            <a:off x="297538" y="3164228"/>
            <a:ext cx="2763300" cy="1683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70"/>
          <p:cNvSpPr txBox="1"/>
          <p:nvPr>
            <p:ph idx="1" type="subTitle"/>
          </p:nvPr>
        </p:nvSpPr>
        <p:spPr>
          <a:xfrm>
            <a:off x="334178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6" name="Google Shape;2286;p70"/>
          <p:cNvSpPr/>
          <p:nvPr/>
        </p:nvSpPr>
        <p:spPr>
          <a:xfrm>
            <a:off x="3053889" y="3164228"/>
            <a:ext cx="2757300" cy="1683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7" name="Google Shape;2287;p70"/>
          <p:cNvSpPr txBox="1"/>
          <p:nvPr>
            <p:ph type="title"/>
          </p:nvPr>
        </p:nvSpPr>
        <p:spPr>
          <a:xfrm>
            <a:off x="276860" y="334005"/>
            <a:ext cx="27297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88" name="Google Shape;2288;p70"/>
          <p:cNvSpPr/>
          <p:nvPr>
            <p:ph idx="2" type="pic"/>
          </p:nvPr>
        </p:nvSpPr>
        <p:spPr>
          <a:xfrm>
            <a:off x="304061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9" name="Google Shape;2289;p70"/>
          <p:cNvSpPr txBox="1"/>
          <p:nvPr>
            <p:ph idx="3" type="subTitle"/>
          </p:nvPr>
        </p:nvSpPr>
        <p:spPr>
          <a:xfrm>
            <a:off x="30841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0" name="Google Shape;2290;p70"/>
          <p:cNvSpPr txBox="1"/>
          <p:nvPr>
            <p:ph idx="4" type="body"/>
          </p:nvPr>
        </p:nvSpPr>
        <p:spPr>
          <a:xfrm>
            <a:off x="328334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1" name="Google Shape;2291;p70"/>
          <p:cNvSpPr txBox="1"/>
          <p:nvPr>
            <p:ph idx="5" type="body"/>
          </p:nvPr>
        </p:nvSpPr>
        <p:spPr>
          <a:xfrm>
            <a:off x="30870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2" name="Google Shape;2292;p70"/>
          <p:cNvSpPr/>
          <p:nvPr/>
        </p:nvSpPr>
        <p:spPr>
          <a:xfrm>
            <a:off x="3061014" y="808877"/>
            <a:ext cx="1136400" cy="50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3" name="Google Shape;2293;p70"/>
          <p:cNvSpPr/>
          <p:nvPr>
            <p:ph idx="6" type="pic"/>
          </p:nvPr>
        </p:nvSpPr>
        <p:spPr>
          <a:xfrm>
            <a:off x="30625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4" name="Google Shape;2294;p70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70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6" name="Google Shape;2296;p70"/>
          <p:cNvSpPr/>
          <p:nvPr/>
        </p:nvSpPr>
        <p:spPr>
          <a:xfrm>
            <a:off x="5811189" y="3164228"/>
            <a:ext cx="2757300" cy="16836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7" name="Google Shape;2297;p70"/>
          <p:cNvSpPr txBox="1"/>
          <p:nvPr>
            <p:ph idx="7" type="subTitle"/>
          </p:nvPr>
        </p:nvSpPr>
        <p:spPr>
          <a:xfrm>
            <a:off x="5841423" y="3142997"/>
            <a:ext cx="2723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8" name="Google Shape;2298;p70"/>
          <p:cNvSpPr txBox="1"/>
          <p:nvPr>
            <p:ph idx="8" type="body"/>
          </p:nvPr>
        </p:nvSpPr>
        <p:spPr>
          <a:xfrm>
            <a:off x="5844316" y="3743030"/>
            <a:ext cx="26970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99" name="Google Shape;2299;p70"/>
          <p:cNvSpPr/>
          <p:nvPr>
            <p:ph idx="9" type="pic"/>
          </p:nvPr>
        </p:nvSpPr>
        <p:spPr>
          <a:xfrm>
            <a:off x="5819845" y="1312844"/>
            <a:ext cx="2746200" cy="1841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8"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71"/>
          <p:cNvSpPr/>
          <p:nvPr>
            <p:ph idx="2" type="pic"/>
          </p:nvPr>
        </p:nvSpPr>
        <p:spPr>
          <a:xfrm>
            <a:off x="317500" y="1104900"/>
            <a:ext cx="8521800" cy="3733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2" name="Google Shape;2302;p71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3" name="Google Shape;2303;p71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9"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72"/>
          <p:cNvSpPr/>
          <p:nvPr>
            <p:ph idx="2" type="pic"/>
          </p:nvPr>
        </p:nvSpPr>
        <p:spPr>
          <a:xfrm>
            <a:off x="340412" y="3044150"/>
            <a:ext cx="2087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6" name="Google Shape;2306;p72"/>
          <p:cNvSpPr/>
          <p:nvPr>
            <p:ph idx="3" type="pic"/>
          </p:nvPr>
        </p:nvSpPr>
        <p:spPr>
          <a:xfrm>
            <a:off x="5649300" y="3044303"/>
            <a:ext cx="1190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7" name="Google Shape;2307;p72"/>
          <p:cNvSpPr/>
          <p:nvPr>
            <p:ph idx="4" type="pic"/>
          </p:nvPr>
        </p:nvSpPr>
        <p:spPr>
          <a:xfrm>
            <a:off x="340400" y="1690778"/>
            <a:ext cx="1416300" cy="133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8" name="Google Shape;2308;p72"/>
          <p:cNvSpPr/>
          <p:nvPr>
            <p:ph idx="5" type="pic"/>
          </p:nvPr>
        </p:nvSpPr>
        <p:spPr>
          <a:xfrm>
            <a:off x="2443047" y="3044052"/>
            <a:ext cx="1190100" cy="132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9" name="Google Shape;2309;p72"/>
          <p:cNvSpPr/>
          <p:nvPr>
            <p:ph idx="6" type="pic"/>
          </p:nvPr>
        </p:nvSpPr>
        <p:spPr>
          <a:xfrm>
            <a:off x="3648504" y="3044048"/>
            <a:ext cx="19911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0" name="Google Shape;2310;p72"/>
          <p:cNvSpPr/>
          <p:nvPr>
            <p:ph idx="7" type="pic"/>
          </p:nvPr>
        </p:nvSpPr>
        <p:spPr>
          <a:xfrm>
            <a:off x="1767376" y="1263050"/>
            <a:ext cx="18813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1" name="Google Shape;2311;p72"/>
          <p:cNvSpPr/>
          <p:nvPr>
            <p:ph idx="8" type="pic"/>
          </p:nvPr>
        </p:nvSpPr>
        <p:spPr>
          <a:xfrm>
            <a:off x="3648523" y="1263050"/>
            <a:ext cx="15924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72"/>
          <p:cNvSpPr/>
          <p:nvPr>
            <p:ph idx="9" type="pic"/>
          </p:nvPr>
        </p:nvSpPr>
        <p:spPr>
          <a:xfrm>
            <a:off x="5240654" y="1263050"/>
            <a:ext cx="1598700" cy="176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3" name="Google Shape;2313;p72"/>
          <p:cNvSpPr/>
          <p:nvPr>
            <p:ph idx="13" type="pic"/>
          </p:nvPr>
        </p:nvSpPr>
        <p:spPr>
          <a:xfrm>
            <a:off x="6860149" y="1263050"/>
            <a:ext cx="1962600" cy="3550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4" name="Google Shape;2314;p72"/>
          <p:cNvSpPr/>
          <p:nvPr/>
        </p:nvSpPr>
        <p:spPr>
          <a:xfrm>
            <a:off x="8345421" y="287925"/>
            <a:ext cx="489000" cy="5025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5" name="Google Shape;2315;p72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6" name="Google Shape;2316;p72"/>
          <p:cNvSpPr/>
          <p:nvPr/>
        </p:nvSpPr>
        <p:spPr>
          <a:xfrm>
            <a:off x="298300" y="301050"/>
            <a:ext cx="5585100" cy="6066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7" name="Google Shape;2317;p72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"/>
              <a:buNone/>
              <a:defRPr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63" name="Google Shape;1863;p33"/>
          <p:cNvSpPr txBox="1"/>
          <p:nvPr>
            <p:ph idx="12" type="sldNum"/>
          </p:nvPr>
        </p:nvSpPr>
        <p:spPr>
          <a:xfrm>
            <a:off x="8500700" y="114300"/>
            <a:ext cx="5289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buNone/>
              <a:defRPr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4" name="Google Shape;1864;p33"/>
          <p:cNvSpPr txBox="1"/>
          <p:nvPr>
            <p:ph idx="1" type="body"/>
          </p:nvPr>
        </p:nvSpPr>
        <p:spPr>
          <a:xfrm>
            <a:off x="2614575" y="2355900"/>
            <a:ext cx="53409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●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○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Char char="■"/>
              <a:defRPr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  <p:sldLayoutId id="2147483706" r:id="rId28"/>
    <p:sldLayoutId id="2147483707" r:id="rId29"/>
    <p:sldLayoutId id="2147483708" r:id="rId30"/>
    <p:sldLayoutId id="2147483709" r:id="rId31"/>
    <p:sldLayoutId id="2147483710" r:id="rId32"/>
    <p:sldLayoutId id="2147483711" r:id="rId33"/>
    <p:sldLayoutId id="2147483712" r:id="rId34"/>
    <p:sldLayoutId id="2147483713" r:id="rId35"/>
    <p:sldLayoutId id="2147483714" r:id="rId36"/>
    <p:sldLayoutId id="2147483715" r:id="rId37"/>
    <p:sldLayoutId id="2147483716" r:id="rId38"/>
    <p:sldLayoutId id="214748371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738">
          <p15:clr>
            <a:srgbClr val="E46962"/>
          </p15:clr>
        </p15:guide>
        <p15:guide id="3" pos="405">
          <p15:clr>
            <a:srgbClr val="E46962"/>
          </p15:clr>
        </p15:guide>
        <p15:guide id="4" pos="1396">
          <p15:clr>
            <a:srgbClr val="E46962"/>
          </p15:clr>
        </p15:guide>
        <p15:guide id="5" pos="1067">
          <p15:clr>
            <a:srgbClr val="E46962"/>
          </p15:clr>
        </p15:guide>
        <p15:guide id="6" pos="1725">
          <p15:clr>
            <a:srgbClr val="E46962"/>
          </p15:clr>
        </p15:guide>
        <p15:guide id="7" pos="2054">
          <p15:clr>
            <a:srgbClr val="E46962"/>
          </p15:clr>
        </p15:guide>
        <p15:guide id="8" pos="2387">
          <p15:clr>
            <a:srgbClr val="E46962"/>
          </p15:clr>
        </p15:guide>
        <p15:guide id="9" pos="2720">
          <p15:clr>
            <a:srgbClr val="E46962"/>
          </p15:clr>
        </p15:guide>
        <p15:guide id="10" pos="3049">
          <p15:clr>
            <a:srgbClr val="E46962"/>
          </p15:clr>
        </p15:guide>
        <p15:guide id="11" pos="3378">
          <p15:clr>
            <a:srgbClr val="E46962"/>
          </p15:clr>
        </p15:guide>
        <p15:guide id="12" pos="3706">
          <p15:clr>
            <a:srgbClr val="E46962"/>
          </p15:clr>
        </p15:guide>
        <p15:guide id="13" pos="4035">
          <p15:clr>
            <a:srgbClr val="E46962"/>
          </p15:clr>
        </p15:guide>
        <p15:guide id="14" pos="4364">
          <p15:clr>
            <a:srgbClr val="E46962"/>
          </p15:clr>
        </p15:guide>
        <p15:guide id="15" pos="4693">
          <p15:clr>
            <a:srgbClr val="E46962"/>
          </p15:clr>
        </p15:guide>
        <p15:guide id="16" pos="5025">
          <p15:clr>
            <a:srgbClr val="E46962"/>
          </p15:clr>
        </p15:guide>
        <p15:guide id="17" pos="5355">
          <p15:clr>
            <a:srgbClr val="E46962"/>
          </p15:clr>
        </p15:guide>
        <p15:guide id="18" pos="5688">
          <p15:clr>
            <a:srgbClr val="E46962"/>
          </p15:clr>
        </p15:guide>
        <p15:guide id="19" orient="horz" pos="72">
          <p15:clr>
            <a:srgbClr val="E46962"/>
          </p15:clr>
        </p15:guide>
        <p15:guide id="20" orient="horz" pos="417">
          <p15:clr>
            <a:srgbClr val="E46962"/>
          </p15:clr>
        </p15:guide>
        <p15:guide id="21" orient="horz" pos="415">
          <p15:clr>
            <a:srgbClr val="E46962"/>
          </p15:clr>
        </p15:guide>
        <p15:guide id="22" orient="horz" pos="761">
          <p15:clr>
            <a:srgbClr val="E46962"/>
          </p15:clr>
        </p15:guide>
        <p15:guide id="23" orient="horz" pos="1101">
          <p15:clr>
            <a:srgbClr val="E46962"/>
          </p15:clr>
        </p15:guide>
        <p15:guide id="24" orient="horz" pos="1449">
          <p15:clr>
            <a:srgbClr val="E46962"/>
          </p15:clr>
        </p15:guide>
        <p15:guide id="25" orient="horz" pos="1791">
          <p15:clr>
            <a:srgbClr val="E46962"/>
          </p15:clr>
        </p15:guide>
        <p15:guide id="26" orient="horz" pos="2134">
          <p15:clr>
            <a:srgbClr val="E46962"/>
          </p15:clr>
        </p15:guide>
        <p15:guide id="27" orient="horz" pos="2479">
          <p15:clr>
            <a:srgbClr val="E46962"/>
          </p15:clr>
        </p15:guide>
        <p15:guide id="28" orient="horz" pos="2825">
          <p15:clr>
            <a:srgbClr val="E46962"/>
          </p15:clr>
        </p15:guide>
        <p15:guide id="29" orient="horz" pos="3166">
          <p15:clr>
            <a:srgbClr val="E46962"/>
          </p15:clr>
        </p15:guide>
        <p15:guide id="30" pos="184">
          <p15:clr>
            <a:srgbClr val="E46962"/>
          </p15:clr>
        </p15:guide>
        <p15:guide id="31" orient="horz" pos="184">
          <p15:clr>
            <a:srgbClr val="E46962"/>
          </p15:clr>
        </p15:guide>
        <p15:guide id="32" pos="5576">
          <p15:clr>
            <a:srgbClr val="E46962"/>
          </p15:clr>
        </p15:guide>
        <p15:guide id="33" orient="horz" pos="1620">
          <p15:clr>
            <a:srgbClr val="E46962"/>
          </p15:clr>
        </p15:guide>
        <p15:guide id="34" orient="horz" pos="1716">
          <p15:clr>
            <a:srgbClr val="E46962"/>
          </p15:clr>
        </p15:guide>
        <p15:guide id="35" orient="horz" pos="305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73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3" name="Google Shape;2323;p73"/>
          <p:cNvSpPr txBox="1"/>
          <p:nvPr>
            <p:ph idx="2" type="title"/>
          </p:nvPr>
        </p:nvSpPr>
        <p:spPr>
          <a:xfrm>
            <a:off x="2258050" y="1800075"/>
            <a:ext cx="46239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Tuition Freeze - Purdue</a:t>
            </a:r>
            <a:endParaRPr/>
          </a:p>
        </p:txBody>
      </p:sp>
      <p:pic>
        <p:nvPicPr>
          <p:cNvPr id="2324" name="Google Shape;232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925" y="1819700"/>
            <a:ext cx="1792776" cy="96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p7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2330" name="Google Shape;2330;p74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1" name="Google Shape;2331;p74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Purdue Tuition Freeze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14 consecutive years</a:t>
            </a:r>
            <a:endParaRPr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Current Tuition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</a:rPr>
              <a:t>$28,794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Note: 2018 Data</a:t>
            </a:r>
            <a:endParaRPr i="1"/>
          </a:p>
        </p:txBody>
      </p:sp>
      <p:sp>
        <p:nvSpPr>
          <p:cNvPr id="2332" name="Google Shape;2332;p74"/>
          <p:cNvSpPr txBox="1"/>
          <p:nvPr>
            <p:ph idx="1" type="body"/>
          </p:nvPr>
        </p:nvSpPr>
        <p:spPr>
          <a:xfrm>
            <a:off x="45720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What factors influence tuition price?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Can Purdue’s optimal tuition price be predicted with a model?</a:t>
            </a:r>
            <a:endParaRPr b="1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75"/>
          <p:cNvSpPr txBox="1"/>
          <p:nvPr>
            <p:ph idx="4" type="body"/>
          </p:nvPr>
        </p:nvSpPr>
        <p:spPr>
          <a:xfrm>
            <a:off x="546807" y="4030925"/>
            <a:ext cx="79539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Other notable features - State tuition mean, </a:t>
            </a:r>
            <a:r>
              <a:rPr lang="en" sz="1200"/>
              <a:t>Student/faculty ratio, PHD faculty, </a:t>
            </a:r>
            <a:endParaRPr sz="1200"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Room and Board, Top 25%, Privatization</a:t>
            </a:r>
            <a:endParaRPr sz="1200"/>
          </a:p>
        </p:txBody>
      </p:sp>
      <p:sp>
        <p:nvSpPr>
          <p:cNvPr id="2338" name="Google Shape;2338;p75"/>
          <p:cNvSpPr txBox="1"/>
          <p:nvPr>
            <p:ph idx="5" type="subTitle"/>
          </p:nvPr>
        </p:nvSpPr>
        <p:spPr>
          <a:xfrm>
            <a:off x="646300" y="1201987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1.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Instructional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Expenditure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9" name="Google Shape;2339;p75"/>
          <p:cNvSpPr txBox="1"/>
          <p:nvPr>
            <p:ph idx="1" type="subTitle"/>
          </p:nvPr>
        </p:nvSpPr>
        <p:spPr>
          <a:xfrm>
            <a:off x="3263400" y="1201987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2.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Graduation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Rate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0" name="Google Shape;2340;p75"/>
          <p:cNvSpPr txBox="1"/>
          <p:nvPr>
            <p:ph idx="3" type="subTitle"/>
          </p:nvPr>
        </p:nvSpPr>
        <p:spPr>
          <a:xfrm>
            <a:off x="5883500" y="1201987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3. </a:t>
            </a:r>
            <a:r>
              <a:rPr b="1" lang="en">
                <a:latin typeface="Lexend"/>
                <a:ea typeface="Lexend"/>
                <a:cs typeface="Lexend"/>
                <a:sym typeface="Lexend"/>
              </a:rPr>
              <a:t>Top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exend"/>
                <a:ea typeface="Lexend"/>
                <a:cs typeface="Lexend"/>
                <a:sym typeface="Lexend"/>
              </a:rPr>
              <a:t>10%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1" name="Google Shape;2341;p75"/>
          <p:cNvSpPr txBox="1"/>
          <p:nvPr>
            <p:ph idx="7" type="body"/>
          </p:nvPr>
        </p:nvSpPr>
        <p:spPr>
          <a:xfrm>
            <a:off x="5883500" y="1920787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Percent of new students from top 10% of H.S. class</a:t>
            </a:r>
            <a:endParaRPr/>
          </a:p>
        </p:txBody>
      </p:sp>
      <p:sp>
        <p:nvSpPr>
          <p:cNvPr id="2342" name="Google Shape;2342;p7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factors drive tuition?</a:t>
            </a:r>
            <a:endParaRPr/>
          </a:p>
        </p:txBody>
      </p:sp>
      <p:sp>
        <p:nvSpPr>
          <p:cNvPr id="2343" name="Google Shape;2343;p75"/>
          <p:cNvSpPr txBox="1"/>
          <p:nvPr>
            <p:ph idx="12" type="sldNum"/>
          </p:nvPr>
        </p:nvSpPr>
        <p:spPr>
          <a:xfrm>
            <a:off x="8333701" y="298859"/>
            <a:ext cx="489000" cy="50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4" name="Google Shape;2344;p75"/>
          <p:cNvSpPr txBox="1"/>
          <p:nvPr>
            <p:ph idx="7" type="body"/>
          </p:nvPr>
        </p:nvSpPr>
        <p:spPr>
          <a:xfrm>
            <a:off x="3263400" y="1920775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Graduation rate of all students</a:t>
            </a:r>
            <a:endParaRPr/>
          </a:p>
        </p:txBody>
      </p:sp>
      <p:sp>
        <p:nvSpPr>
          <p:cNvPr id="2345" name="Google Shape;2345;p75"/>
          <p:cNvSpPr txBox="1"/>
          <p:nvPr>
            <p:ph idx="7" type="body"/>
          </p:nvPr>
        </p:nvSpPr>
        <p:spPr>
          <a:xfrm>
            <a:off x="643300" y="1920787"/>
            <a:ext cx="2617200" cy="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Instructional expenditure per student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76"/>
          <p:cNvSpPr txBox="1"/>
          <p:nvPr>
            <p:ph type="title"/>
          </p:nvPr>
        </p:nvSpPr>
        <p:spPr>
          <a:xfrm>
            <a:off x="1311000" y="1653300"/>
            <a:ext cx="5616600" cy="16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Exploratory Data Analysis</a:t>
            </a:r>
            <a:endParaRPr sz="4000"/>
          </a:p>
        </p:txBody>
      </p:sp>
      <p:sp>
        <p:nvSpPr>
          <p:cNvPr id="2351" name="Google Shape;2351;p76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7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Tuition Distribution</a:t>
            </a:r>
            <a:endParaRPr/>
          </a:p>
        </p:txBody>
      </p:sp>
      <p:sp>
        <p:nvSpPr>
          <p:cNvPr id="2357" name="Google Shape;2357;p77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58" name="Google Shape;235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63" y="1133175"/>
            <a:ext cx="4940925" cy="37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7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Heatmap</a:t>
            </a:r>
            <a:endParaRPr/>
          </a:p>
        </p:txBody>
      </p:sp>
      <p:sp>
        <p:nvSpPr>
          <p:cNvPr id="2364" name="Google Shape;2364;p78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65" name="Google Shape;236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3832"/>
            <a:ext cx="9143999" cy="287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79"/>
          <p:cNvSpPr txBox="1"/>
          <p:nvPr>
            <p:ph type="title"/>
          </p:nvPr>
        </p:nvSpPr>
        <p:spPr>
          <a:xfrm>
            <a:off x="1311000" y="1653300"/>
            <a:ext cx="5616600" cy="16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Modeling</a:t>
            </a:r>
            <a:endParaRPr sz="4000"/>
          </a:p>
        </p:txBody>
      </p:sp>
      <p:sp>
        <p:nvSpPr>
          <p:cNvPr id="2371" name="Google Shape;2371;p79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80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2377" name="Google Shape;2377;p80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StandardScaler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SelectKBest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LinearRegression object</a:t>
            </a:r>
            <a:endParaRPr/>
          </a:p>
        </p:txBody>
      </p:sp>
      <p:sp>
        <p:nvSpPr>
          <p:cNvPr id="2378" name="Google Shape;2378;p80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SelectKBest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RandomForest object</a:t>
            </a:r>
            <a:endParaRPr/>
          </a:p>
        </p:txBody>
      </p:sp>
      <p:sp>
        <p:nvSpPr>
          <p:cNvPr id="2379" name="Google Shape;2379;p80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Linear Regression</a:t>
            </a:r>
            <a:endParaRPr sz="2600"/>
          </a:p>
        </p:txBody>
      </p:sp>
      <p:sp>
        <p:nvSpPr>
          <p:cNvPr id="2380" name="Google Shape;2380;p80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Random Forest</a:t>
            </a:r>
            <a:endParaRPr sz="2600"/>
          </a:p>
        </p:txBody>
      </p:sp>
      <p:sp>
        <p:nvSpPr>
          <p:cNvPr id="2381" name="Google Shape;2381;p80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5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81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Quantity Evaluation</a:t>
            </a:r>
            <a:endParaRPr/>
          </a:p>
        </p:txBody>
      </p:sp>
      <p:sp>
        <p:nvSpPr>
          <p:cNvPr id="2387" name="Google Shape;2387;p81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388" name="Google Shape;238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600" y="1111175"/>
            <a:ext cx="7044452" cy="38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82"/>
          <p:cNvSpPr txBox="1"/>
          <p:nvPr>
            <p:ph type="title"/>
          </p:nvPr>
        </p:nvSpPr>
        <p:spPr>
          <a:xfrm>
            <a:off x="1311000" y="1653300"/>
            <a:ext cx="5616600" cy="16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Results</a:t>
            </a:r>
            <a:endParaRPr sz="4000"/>
          </a:p>
        </p:txBody>
      </p:sp>
      <p:sp>
        <p:nvSpPr>
          <p:cNvPr id="2394" name="Google Shape;2394;p82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83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2400" name="Google Shape;2400;p83"/>
          <p:cNvSpPr txBox="1"/>
          <p:nvPr>
            <p:ph idx="1" type="body"/>
          </p:nvPr>
        </p:nvSpPr>
        <p:spPr>
          <a:xfrm>
            <a:off x="416145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MAE = </a:t>
            </a:r>
            <a:r>
              <a:rPr lang="en" sz="1800"/>
              <a:t>$5,230.81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SD</a:t>
            </a:r>
            <a:r>
              <a:rPr lang="en" sz="1400"/>
              <a:t> = </a:t>
            </a:r>
            <a:r>
              <a:rPr lang="en" sz="1400"/>
              <a:t>359.46</a:t>
            </a:r>
            <a:endParaRPr sz="1400"/>
          </a:p>
        </p:txBody>
      </p:sp>
      <p:sp>
        <p:nvSpPr>
          <p:cNvPr id="2401" name="Google Shape;2401;p83"/>
          <p:cNvSpPr txBox="1"/>
          <p:nvPr>
            <p:ph idx="2" type="body"/>
          </p:nvPr>
        </p:nvSpPr>
        <p:spPr>
          <a:xfrm>
            <a:off x="4433807" y="2078725"/>
            <a:ext cx="3766500" cy="22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MAE = $5,375.50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SD = 520.35</a:t>
            </a:r>
            <a:endParaRPr b="1" sz="1400"/>
          </a:p>
        </p:txBody>
      </p:sp>
      <p:sp>
        <p:nvSpPr>
          <p:cNvPr id="2402" name="Google Shape;2402;p83"/>
          <p:cNvSpPr txBox="1"/>
          <p:nvPr>
            <p:ph idx="3" type="subTitle"/>
          </p:nvPr>
        </p:nvSpPr>
        <p:spPr>
          <a:xfrm>
            <a:off x="416145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Linear Regression</a:t>
            </a:r>
            <a:endParaRPr sz="2600"/>
          </a:p>
        </p:txBody>
      </p:sp>
      <p:sp>
        <p:nvSpPr>
          <p:cNvPr id="2403" name="Google Shape;2403;p83"/>
          <p:cNvSpPr txBox="1"/>
          <p:nvPr>
            <p:ph idx="4" type="subTitle"/>
          </p:nvPr>
        </p:nvSpPr>
        <p:spPr>
          <a:xfrm>
            <a:off x="4433807" y="1328375"/>
            <a:ext cx="3766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Random Forest</a:t>
            </a:r>
            <a:endParaRPr sz="2600"/>
          </a:p>
        </p:txBody>
      </p:sp>
      <p:sp>
        <p:nvSpPr>
          <p:cNvPr id="2404" name="Google Shape;2404;p83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84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Hyperparameters</a:t>
            </a:r>
            <a:endParaRPr/>
          </a:p>
        </p:txBody>
      </p:sp>
      <p:sp>
        <p:nvSpPr>
          <p:cNvPr id="2410" name="Google Shape;2410;p84"/>
          <p:cNvSpPr txBox="1"/>
          <p:nvPr>
            <p:ph idx="1" type="body"/>
          </p:nvPr>
        </p:nvSpPr>
        <p:spPr>
          <a:xfrm>
            <a:off x="274700" y="1266100"/>
            <a:ext cx="7029600" cy="3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n_features: 10</a:t>
            </a:r>
            <a:endParaRPr sz="2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max_depth: 10</a:t>
            </a:r>
            <a:endParaRPr sz="2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min_samples_leaf: 1</a:t>
            </a:r>
            <a:endParaRPr sz="2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min_samples_split: 5</a:t>
            </a:r>
            <a:endParaRPr sz="2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n_estimators: 25</a:t>
            </a:r>
            <a:endParaRPr sz="2500"/>
          </a:p>
        </p:txBody>
      </p:sp>
      <p:sp>
        <p:nvSpPr>
          <p:cNvPr id="2411" name="Google Shape;2411;p84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85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Pricing</a:t>
            </a:r>
            <a:endParaRPr/>
          </a:p>
        </p:txBody>
      </p:sp>
      <p:sp>
        <p:nvSpPr>
          <p:cNvPr id="2417" name="Google Shape;2417;p85"/>
          <p:cNvSpPr txBox="1"/>
          <p:nvPr>
            <p:ph idx="1" type="body"/>
          </p:nvPr>
        </p:nvSpPr>
        <p:spPr>
          <a:xfrm>
            <a:off x="333900" y="1202400"/>
            <a:ext cx="4060800" cy="27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Actual Tuition: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		</a:t>
            </a:r>
            <a:r>
              <a:rPr lang="en" sz="4000">
                <a:solidFill>
                  <a:schemeClr val="lt2"/>
                </a:solidFill>
              </a:rPr>
              <a:t>$28,794</a:t>
            </a:r>
            <a:endParaRPr sz="4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Optimal Estimate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		</a:t>
            </a:r>
            <a:r>
              <a:rPr lang="en" sz="4000">
                <a:solidFill>
                  <a:schemeClr val="dk2"/>
                </a:solidFill>
              </a:rPr>
              <a:t>$33,712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2418" name="Google Shape;2418;p85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86"/>
          <p:cNvSpPr txBox="1"/>
          <p:nvPr>
            <p:ph type="title"/>
          </p:nvPr>
        </p:nvSpPr>
        <p:spPr>
          <a:xfrm>
            <a:off x="1311000" y="1653300"/>
            <a:ext cx="5616600" cy="165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Recommendation</a:t>
            </a:r>
            <a:endParaRPr sz="4000"/>
          </a:p>
        </p:txBody>
      </p:sp>
      <p:sp>
        <p:nvSpPr>
          <p:cNvPr id="2424" name="Google Shape;2424;p86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87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Instructional Expenditure</a:t>
            </a:r>
            <a:endParaRPr/>
          </a:p>
        </p:txBody>
      </p:sp>
      <p:sp>
        <p:nvSpPr>
          <p:cNvPr id="2430" name="Google Shape;2430;p87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31" name="Google Shape;243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725" y="1119575"/>
            <a:ext cx="7006225" cy="37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6" name="Google Shape;2436;p88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Graduation Rate</a:t>
            </a:r>
            <a:endParaRPr/>
          </a:p>
        </p:txBody>
      </p:sp>
      <p:sp>
        <p:nvSpPr>
          <p:cNvPr id="2437" name="Google Shape;2437;p88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38" name="Google Shape;243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950" y="1253225"/>
            <a:ext cx="6906700" cy="36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89"/>
          <p:cNvSpPr txBox="1"/>
          <p:nvPr>
            <p:ph type="title"/>
          </p:nvPr>
        </p:nvSpPr>
        <p:spPr>
          <a:xfrm>
            <a:off x="279185" y="338025"/>
            <a:ext cx="55623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</a:t>
            </a:r>
            <a:r>
              <a:rPr lang="en"/>
              <a:t> Research</a:t>
            </a:r>
            <a:endParaRPr/>
          </a:p>
        </p:txBody>
      </p:sp>
      <p:sp>
        <p:nvSpPr>
          <p:cNvPr id="2444" name="Google Shape;2444;p89"/>
          <p:cNvSpPr txBox="1"/>
          <p:nvPr>
            <p:ph idx="3" type="subTitle"/>
          </p:nvPr>
        </p:nvSpPr>
        <p:spPr>
          <a:xfrm>
            <a:off x="310938" y="2300000"/>
            <a:ext cx="2128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Data Completeness</a:t>
            </a:r>
            <a:endParaRPr sz="1800"/>
          </a:p>
        </p:txBody>
      </p:sp>
      <p:sp>
        <p:nvSpPr>
          <p:cNvPr id="2445" name="Google Shape;2445;p89"/>
          <p:cNvSpPr txBox="1"/>
          <p:nvPr>
            <p:ph idx="4" type="subTitle"/>
          </p:nvPr>
        </p:nvSpPr>
        <p:spPr>
          <a:xfrm>
            <a:off x="2439462" y="2459475"/>
            <a:ext cx="21285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In-State Tuition</a:t>
            </a:r>
            <a:endParaRPr sz="1800"/>
          </a:p>
        </p:txBody>
      </p:sp>
      <p:sp>
        <p:nvSpPr>
          <p:cNvPr id="2446" name="Google Shape;2446;p89"/>
          <p:cNvSpPr txBox="1"/>
          <p:nvPr>
            <p:ph idx="7" type="subTitle"/>
          </p:nvPr>
        </p:nvSpPr>
        <p:spPr>
          <a:xfrm>
            <a:off x="4572001" y="2451225"/>
            <a:ext cx="2128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Revenue Impact</a:t>
            </a:r>
            <a:endParaRPr sz="1800"/>
          </a:p>
        </p:txBody>
      </p:sp>
      <p:sp>
        <p:nvSpPr>
          <p:cNvPr id="2447" name="Google Shape;2447;p89"/>
          <p:cNvSpPr txBox="1"/>
          <p:nvPr>
            <p:ph idx="8" type="subTitle"/>
          </p:nvPr>
        </p:nvSpPr>
        <p:spPr>
          <a:xfrm>
            <a:off x="6704563" y="2309800"/>
            <a:ext cx="2128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Policy Implementation</a:t>
            </a:r>
            <a:endParaRPr sz="1800"/>
          </a:p>
        </p:txBody>
      </p:sp>
      <p:sp>
        <p:nvSpPr>
          <p:cNvPr id="2448" name="Google Shape;2448;p89"/>
          <p:cNvSpPr txBox="1"/>
          <p:nvPr>
            <p:ph idx="4294967295" type="sldNum"/>
          </p:nvPr>
        </p:nvSpPr>
        <p:spPr>
          <a:xfrm>
            <a:off x="8362400" y="346900"/>
            <a:ext cx="489000" cy="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ptions Proposal">
  <a:themeElements>
    <a:clrScheme name="Simple Light">
      <a:dk1>
        <a:srgbClr val="1D1D1D"/>
      </a:dk1>
      <a:lt1>
        <a:srgbClr val="FFFFF0"/>
      </a:lt1>
      <a:dk2>
        <a:srgbClr val="51BD85"/>
      </a:dk2>
      <a:lt2>
        <a:srgbClr val="FF6652"/>
      </a:lt2>
      <a:accent1>
        <a:srgbClr val="FFE534"/>
      </a:accent1>
      <a:accent2>
        <a:srgbClr val="FFBBDC"/>
      </a:accent2>
      <a:accent3>
        <a:srgbClr val="6AD2E6"/>
      </a:accent3>
      <a:accent4>
        <a:srgbClr val="DBC89F"/>
      </a:accent4>
      <a:accent5>
        <a:srgbClr val="D8E4D6"/>
      </a:accent5>
      <a:accent6>
        <a:srgbClr val="FFFFFF"/>
      </a:accent6>
      <a:hlink>
        <a:srgbClr val="6AD2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